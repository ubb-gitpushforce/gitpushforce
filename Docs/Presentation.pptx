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9" r:id="rId3"/>
    <p:sldId id="258" r:id="rId4"/>
    <p:sldId id="268" r:id="rId5"/>
    <p:sldId id="261" r:id="rId6"/>
    <p:sldId id="262" r:id="rId7"/>
    <p:sldId id="294" r:id="rId8"/>
    <p:sldId id="264" r:id="rId9"/>
    <p:sldId id="295" r:id="rId10"/>
    <p:sldId id="296" r:id="rId11"/>
    <p:sldId id="272" r:id="rId12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4"/>
      <p:bold r:id="rId15"/>
      <p:italic r:id="rId16"/>
      <p:boldItalic r:id="rId17"/>
    </p:embeddedFont>
    <p:embeddedFont>
      <p:font typeface="Barlow Condensed" panose="00000506000000000000" pitchFamily="2" charset="0"/>
      <p:regular r:id="rId18"/>
      <p:bold r:id="rId19"/>
      <p:italic r:id="rId20"/>
      <p:boldItalic r:id="rId21"/>
    </p:embeddedFont>
    <p:embeddedFont>
      <p:font typeface="Barlow Condensed SemiBold" panose="00000706000000000000" pitchFamily="2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D3A45-62D5-4293-9D3A-534A9B4EA1FD}" v="56" dt="2026-01-17T00:14:23.599"/>
  </p1510:revLst>
</p1510:revInfo>
</file>

<file path=ppt/tableStyles.xml><?xml version="1.0" encoding="utf-8"?>
<a:tblStyleLst xmlns:a="http://schemas.openxmlformats.org/drawingml/2006/main" def="{56280EE9-A6AB-42C7-A451-002F3D99BA3D}">
  <a:tblStyle styleId="{56280EE9-A6AB-42C7-A451-002F3D99BA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3" d="100"/>
          <a:sy n="203" d="100"/>
        </p:scale>
        <p:origin x="59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116f4a803e0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116f4a803e0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db0f9523d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db0f9523d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116f4a803e0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16f4a803e0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7">
          <a:extLst>
            <a:ext uri="{FF2B5EF4-FFF2-40B4-BE49-F238E27FC236}">
              <a16:creationId xmlns:a16="http://schemas.microsoft.com/office/drawing/2014/main" id="{6EA77C0B-C0A9-B109-894E-956E24F4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116f4a803e0_0_506:notes">
            <a:extLst>
              <a:ext uri="{FF2B5EF4-FFF2-40B4-BE49-F238E27FC236}">
                <a16:creationId xmlns:a16="http://schemas.microsoft.com/office/drawing/2014/main" id="{EC83A17D-7009-2AA8-D40C-28F7F6E70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16f4a803e0_0_506:notes">
            <a:extLst>
              <a:ext uri="{FF2B5EF4-FFF2-40B4-BE49-F238E27FC236}">
                <a16:creationId xmlns:a16="http://schemas.microsoft.com/office/drawing/2014/main" id="{8653020F-9CDF-8E3B-B573-E9EBF8685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14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116f4a803e0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116f4a803e0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7">
          <a:extLst>
            <a:ext uri="{FF2B5EF4-FFF2-40B4-BE49-F238E27FC236}">
              <a16:creationId xmlns:a16="http://schemas.microsoft.com/office/drawing/2014/main" id="{D113517A-3228-3A89-34B6-07E954AD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15ada61ad2e_0_5147:notes">
            <a:extLst>
              <a:ext uri="{FF2B5EF4-FFF2-40B4-BE49-F238E27FC236}">
                <a16:creationId xmlns:a16="http://schemas.microsoft.com/office/drawing/2014/main" id="{F7A0EBE6-AD38-D80F-4CA8-9C2E699B1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15ada61ad2e_0_5147:notes">
            <a:extLst>
              <a:ext uri="{FF2B5EF4-FFF2-40B4-BE49-F238E27FC236}">
                <a16:creationId xmlns:a16="http://schemas.microsoft.com/office/drawing/2014/main" id="{5F64D17F-C0B9-0C1D-8F2F-22D829059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074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7">
          <a:extLst>
            <a:ext uri="{FF2B5EF4-FFF2-40B4-BE49-F238E27FC236}">
              <a16:creationId xmlns:a16="http://schemas.microsoft.com/office/drawing/2014/main" id="{C833FC7E-AF5E-1D09-ACBE-A24FAC31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15ada61ad2e_0_5147:notes">
            <a:extLst>
              <a:ext uri="{FF2B5EF4-FFF2-40B4-BE49-F238E27FC236}">
                <a16:creationId xmlns:a16="http://schemas.microsoft.com/office/drawing/2014/main" id="{747439E4-C7D3-50BF-6B2B-6C19A66F4E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15ada61ad2e_0_5147:notes">
            <a:extLst>
              <a:ext uri="{FF2B5EF4-FFF2-40B4-BE49-F238E27FC236}">
                <a16:creationId xmlns:a16="http://schemas.microsoft.com/office/drawing/2014/main" id="{A637DA2D-DF60-1CB4-E30A-405F4DB7A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040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db0f9523dd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db0f9523dd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-1845025" y="-739063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640750" y="3098662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-7199942">
            <a:off x="1013094" y="4239091"/>
            <a:ext cx="1492189" cy="1554017"/>
            <a:chOff x="4445625" y="1829838"/>
            <a:chExt cx="739125" cy="769750"/>
          </a:xfrm>
        </p:grpSpPr>
        <p:sp>
          <p:nvSpPr>
            <p:cNvPr id="12" name="Google Shape;12;p2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 rot="435267">
            <a:off x="6817947" y="-474140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8250213" y="4120884"/>
            <a:ext cx="361129" cy="3106418"/>
            <a:chOff x="6317900" y="1197313"/>
            <a:chExt cx="180700" cy="1554375"/>
          </a:xfrm>
        </p:grpSpPr>
        <p:sp>
          <p:nvSpPr>
            <p:cNvPr id="22" name="Google Shape;22;p2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/>
          <p:nvPr/>
        </p:nvSpPr>
        <p:spPr>
          <a:xfrm rot="5400000">
            <a:off x="8716600" y="1537250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" name="Google Shape;29;p2"/>
          <p:cNvCxnSpPr/>
          <p:nvPr/>
        </p:nvCxnSpPr>
        <p:spPr>
          <a:xfrm rot="436104" flipH="1">
            <a:off x="7342476" y="-138003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30;p2"/>
          <p:cNvCxnSpPr/>
          <p:nvPr/>
        </p:nvCxnSpPr>
        <p:spPr>
          <a:xfrm rot="436104" flipH="1">
            <a:off x="7694851" y="-2736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2"/>
          <p:cNvSpPr/>
          <p:nvPr/>
        </p:nvSpPr>
        <p:spPr>
          <a:xfrm>
            <a:off x="8763750" y="-180350"/>
            <a:ext cx="1215300" cy="1215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632950" y="-311150"/>
            <a:ext cx="1476900" cy="1476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2"/>
          <p:cNvGrpSpPr/>
          <p:nvPr/>
        </p:nvGrpSpPr>
        <p:grpSpPr>
          <a:xfrm>
            <a:off x="265900" y="3852516"/>
            <a:ext cx="194400" cy="112209"/>
            <a:chOff x="265900" y="3852516"/>
            <a:chExt cx="194400" cy="112209"/>
          </a:xfrm>
        </p:grpSpPr>
        <p:sp>
          <p:nvSpPr>
            <p:cNvPr id="34" name="Google Shape;34;p2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2"/>
          <p:cNvSpPr txBox="1">
            <a:spLocks noGrp="1"/>
          </p:cNvSpPr>
          <p:nvPr>
            <p:ph type="ctrTitle"/>
          </p:nvPr>
        </p:nvSpPr>
        <p:spPr>
          <a:xfrm>
            <a:off x="609600" y="1603974"/>
            <a:ext cx="7924800" cy="1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37" name="Google Shape;37;p2"/>
          <p:cNvSpPr txBox="1">
            <a:spLocks noGrp="1"/>
          </p:cNvSpPr>
          <p:nvPr>
            <p:ph type="subTitle" idx="1"/>
          </p:nvPr>
        </p:nvSpPr>
        <p:spPr>
          <a:xfrm>
            <a:off x="2125800" y="3428332"/>
            <a:ext cx="48924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640000" y="2554200"/>
            <a:ext cx="58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title" idx="2" hasCustomPrompt="1"/>
          </p:nvPr>
        </p:nvSpPr>
        <p:spPr>
          <a:xfrm>
            <a:off x="3960300" y="1149000"/>
            <a:ext cx="12231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Font typeface="Barlow Condensed"/>
              <a:buNone/>
              <a:defRPr sz="6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1" name="Google Shape;41;p3"/>
          <p:cNvSpPr txBox="1">
            <a:spLocks noGrp="1"/>
          </p:cNvSpPr>
          <p:nvPr>
            <p:ph type="subTitle" idx="1"/>
          </p:nvPr>
        </p:nvSpPr>
        <p:spPr>
          <a:xfrm>
            <a:off x="2144550" y="3396000"/>
            <a:ext cx="4854600" cy="5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3"/>
          <p:cNvSpPr/>
          <p:nvPr/>
        </p:nvSpPr>
        <p:spPr>
          <a:xfrm rot="899997" flipH="1">
            <a:off x="-1712038" y="3114971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 rot="5400000" flipH="1">
            <a:off x="7353835" y="321738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 rot="10800000" flipH="1">
            <a:off x="-827467" y="-741529"/>
            <a:ext cx="1540684" cy="1387652"/>
            <a:chOff x="3632834" y="4464921"/>
            <a:chExt cx="1540684" cy="1387652"/>
          </a:xfrm>
        </p:grpSpPr>
        <p:sp>
          <p:nvSpPr>
            <p:cNvPr id="45" name="Google Shape;45;p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" name="Google Shape;46;p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" name="Google Shape;47;p3"/>
          <p:cNvGrpSpPr/>
          <p:nvPr/>
        </p:nvGrpSpPr>
        <p:grpSpPr>
          <a:xfrm rot="10800000" flipH="1">
            <a:off x="7893908" y="-741529"/>
            <a:ext cx="1540684" cy="1387652"/>
            <a:chOff x="3632834" y="4464921"/>
            <a:chExt cx="1540684" cy="1387652"/>
          </a:xfrm>
        </p:grpSpPr>
        <p:sp>
          <p:nvSpPr>
            <p:cNvPr id="48" name="Google Shape;48;p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" name="Google Shape;49;p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" name="Google Shape;50;p3"/>
          <p:cNvGrpSpPr/>
          <p:nvPr/>
        </p:nvGrpSpPr>
        <p:grpSpPr>
          <a:xfrm>
            <a:off x="8625038" y="2781167"/>
            <a:ext cx="361129" cy="3106418"/>
            <a:chOff x="6317900" y="1197313"/>
            <a:chExt cx="180700" cy="1554375"/>
          </a:xfrm>
        </p:grpSpPr>
        <p:sp>
          <p:nvSpPr>
            <p:cNvPr id="51" name="Google Shape;51;p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3"/>
          <p:cNvGrpSpPr/>
          <p:nvPr/>
        </p:nvGrpSpPr>
        <p:grpSpPr>
          <a:xfrm flipH="1">
            <a:off x="157813" y="3585317"/>
            <a:ext cx="361129" cy="3106418"/>
            <a:chOff x="6317900" y="1197313"/>
            <a:chExt cx="180700" cy="1554375"/>
          </a:xfrm>
        </p:grpSpPr>
        <p:sp>
          <p:nvSpPr>
            <p:cNvPr id="58" name="Google Shape;58;p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3"/>
          <p:cNvGrpSpPr/>
          <p:nvPr/>
        </p:nvGrpSpPr>
        <p:grpSpPr>
          <a:xfrm rot="-5400000" flipH="1">
            <a:off x="8647825" y="1440894"/>
            <a:ext cx="315575" cy="366750"/>
            <a:chOff x="8558925" y="4522650"/>
            <a:chExt cx="315575" cy="366750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66" name="Google Shape;66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" name="Google Shape;74;p3"/>
          <p:cNvGrpSpPr/>
          <p:nvPr/>
        </p:nvGrpSpPr>
        <p:grpSpPr>
          <a:xfrm>
            <a:off x="208200" y="1568169"/>
            <a:ext cx="194400" cy="112209"/>
            <a:chOff x="265900" y="3852516"/>
            <a:chExt cx="194400" cy="112209"/>
          </a:xfrm>
        </p:grpSpPr>
        <p:sp>
          <p:nvSpPr>
            <p:cNvPr id="75" name="Google Shape;75;p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6"/>
          <p:cNvSpPr/>
          <p:nvPr/>
        </p:nvSpPr>
        <p:spPr>
          <a:xfrm rot="-3599986">
            <a:off x="7364768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 rot="3599986" flipH="1">
            <a:off x="-2713057" y="717262"/>
            <a:ext cx="4319099" cy="272174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6"/>
          <p:cNvGrpSpPr/>
          <p:nvPr/>
        </p:nvGrpSpPr>
        <p:grpSpPr>
          <a:xfrm>
            <a:off x="8601699" y="3997293"/>
            <a:ext cx="438754" cy="772904"/>
            <a:chOff x="4950175" y="2998438"/>
            <a:chExt cx="88725" cy="156300"/>
          </a:xfrm>
        </p:grpSpPr>
        <p:sp>
          <p:nvSpPr>
            <p:cNvPr id="183" name="Google Shape;183;p6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6"/>
          <p:cNvGrpSpPr/>
          <p:nvPr/>
        </p:nvGrpSpPr>
        <p:grpSpPr>
          <a:xfrm>
            <a:off x="3789809" y="4520733"/>
            <a:ext cx="1391222" cy="1387652"/>
            <a:chOff x="4010510" y="4522646"/>
            <a:chExt cx="1391222" cy="1387652"/>
          </a:xfrm>
        </p:grpSpPr>
        <p:sp>
          <p:nvSpPr>
            <p:cNvPr id="220" name="Google Shape;220;p6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1" name="Google Shape;221;p6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6"/>
          <p:cNvGrpSpPr/>
          <p:nvPr/>
        </p:nvGrpSpPr>
        <p:grpSpPr>
          <a:xfrm>
            <a:off x="1772900" y="4810116"/>
            <a:ext cx="194400" cy="112209"/>
            <a:chOff x="265900" y="3852516"/>
            <a:chExt cx="194400" cy="112209"/>
          </a:xfrm>
        </p:grpSpPr>
        <p:sp>
          <p:nvSpPr>
            <p:cNvPr id="223" name="Google Shape;223;p6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216575" y="1666525"/>
            <a:ext cx="315575" cy="366750"/>
            <a:chOff x="8558925" y="4522650"/>
            <a:chExt cx="315575" cy="366750"/>
          </a:xfrm>
        </p:grpSpPr>
        <p:grpSp>
          <p:nvGrpSpPr>
            <p:cNvPr id="226" name="Google Shape;226;p6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27" name="Google Shape;227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6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6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33" name="Google Shape;233;p6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5" name="Google Shape;235;p6"/>
          <p:cNvSpPr/>
          <p:nvPr/>
        </p:nvSpPr>
        <p:spPr>
          <a:xfrm rot="5400000">
            <a:off x="7093213" y="48176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6"/>
          <p:cNvGrpSpPr/>
          <p:nvPr/>
        </p:nvGrpSpPr>
        <p:grpSpPr>
          <a:xfrm>
            <a:off x="-756900" y="-937412"/>
            <a:ext cx="1476900" cy="1476900"/>
            <a:chOff x="8632950" y="-311150"/>
            <a:chExt cx="1476900" cy="1476900"/>
          </a:xfrm>
        </p:grpSpPr>
        <p:sp>
          <p:nvSpPr>
            <p:cNvPr id="237" name="Google Shape;237;p6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8424000" y="-937412"/>
            <a:ext cx="1476900" cy="1476900"/>
            <a:chOff x="8632950" y="-311150"/>
            <a:chExt cx="1476900" cy="1476900"/>
          </a:xfrm>
        </p:grpSpPr>
        <p:sp>
          <p:nvSpPr>
            <p:cNvPr id="240" name="Google Shape;240;p6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>
            <a:spLocks noGrp="1"/>
          </p:cNvSpPr>
          <p:nvPr>
            <p:ph type="title"/>
          </p:nvPr>
        </p:nvSpPr>
        <p:spPr>
          <a:xfrm>
            <a:off x="1569600" y="1268375"/>
            <a:ext cx="6004800" cy="84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subTitle" idx="1"/>
          </p:nvPr>
        </p:nvSpPr>
        <p:spPr>
          <a:xfrm>
            <a:off x="1569600" y="2400023"/>
            <a:ext cx="6004800" cy="12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/>
          <p:nvPr/>
        </p:nvSpPr>
        <p:spPr>
          <a:xfrm rot="-6012810">
            <a:off x="6446180" y="-972564"/>
            <a:ext cx="4319100" cy="2721744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"/>
          <p:cNvSpPr/>
          <p:nvPr/>
        </p:nvSpPr>
        <p:spPr>
          <a:xfrm rot="435267">
            <a:off x="3845984" y="-60591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7" name="Google Shape;247;p7"/>
          <p:cNvCxnSpPr/>
          <p:nvPr/>
        </p:nvCxnSpPr>
        <p:spPr>
          <a:xfrm rot="436104" flipH="1">
            <a:off x="4188239" y="-1377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7"/>
          <p:cNvSpPr/>
          <p:nvPr/>
        </p:nvSpPr>
        <p:spPr>
          <a:xfrm rot="-5400000" flipH="1">
            <a:off x="307075" y="252313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 flipH="1">
            <a:off x="8671988" y="3199241"/>
            <a:ext cx="194400" cy="112209"/>
            <a:chOff x="265900" y="3852516"/>
            <a:chExt cx="194400" cy="112209"/>
          </a:xfrm>
        </p:grpSpPr>
        <p:sp>
          <p:nvSpPr>
            <p:cNvPr id="250" name="Google Shape;250;p7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52" name="Google Shape;252;p7"/>
          <p:cNvCxnSpPr/>
          <p:nvPr/>
        </p:nvCxnSpPr>
        <p:spPr>
          <a:xfrm rot="436104" flipH="1">
            <a:off x="4616239" y="-2509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7"/>
          <p:cNvSpPr/>
          <p:nvPr/>
        </p:nvSpPr>
        <p:spPr>
          <a:xfrm>
            <a:off x="-1348900" y="4016737"/>
            <a:ext cx="4319041" cy="2721707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7"/>
          <p:cNvGrpSpPr/>
          <p:nvPr/>
        </p:nvGrpSpPr>
        <p:grpSpPr>
          <a:xfrm rot="-5400000">
            <a:off x="8064938" y="4172419"/>
            <a:ext cx="1942494" cy="2022980"/>
            <a:chOff x="4445625" y="1829838"/>
            <a:chExt cx="739125" cy="769750"/>
          </a:xfrm>
        </p:grpSpPr>
        <p:sp>
          <p:nvSpPr>
            <p:cNvPr id="255" name="Google Shape;255;p7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7"/>
          <p:cNvGrpSpPr/>
          <p:nvPr/>
        </p:nvGrpSpPr>
        <p:grpSpPr>
          <a:xfrm>
            <a:off x="-459175" y="-350137"/>
            <a:ext cx="1476900" cy="1476900"/>
            <a:chOff x="8632950" y="-311150"/>
            <a:chExt cx="1476900" cy="1476900"/>
          </a:xfrm>
        </p:grpSpPr>
        <p:sp>
          <p:nvSpPr>
            <p:cNvPr id="264" name="Google Shape;264;p7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 txBox="1">
            <a:spLocks noGrp="1"/>
          </p:cNvSpPr>
          <p:nvPr>
            <p:ph type="title"/>
          </p:nvPr>
        </p:nvSpPr>
        <p:spPr>
          <a:xfrm>
            <a:off x="1695150" y="833975"/>
            <a:ext cx="5753700" cy="3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8" name="Google Shape;268;p8"/>
          <p:cNvSpPr/>
          <p:nvPr/>
        </p:nvSpPr>
        <p:spPr>
          <a:xfrm rot="6317200">
            <a:off x="7753292" y="-112119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 rot="6256533">
            <a:off x="-2373557" y="268080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0" name="Google Shape;270;p8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8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0" name="Google Shape;280;p8"/>
          <p:cNvGrpSpPr/>
          <p:nvPr/>
        </p:nvGrpSpPr>
        <p:grpSpPr>
          <a:xfrm rot="10800000" flipH="1">
            <a:off x="208200" y="783266"/>
            <a:ext cx="194400" cy="112209"/>
            <a:chOff x="265900" y="3852516"/>
            <a:chExt cx="194400" cy="112209"/>
          </a:xfrm>
        </p:grpSpPr>
        <p:sp>
          <p:nvSpPr>
            <p:cNvPr id="281" name="Google Shape;281;p8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8"/>
          <p:cNvGrpSpPr/>
          <p:nvPr/>
        </p:nvGrpSpPr>
        <p:grpSpPr>
          <a:xfrm flipH="1">
            <a:off x="208198" y="4114456"/>
            <a:ext cx="438754" cy="772904"/>
            <a:chOff x="4950175" y="2998438"/>
            <a:chExt cx="88725" cy="156300"/>
          </a:xfrm>
        </p:grpSpPr>
        <p:sp>
          <p:nvSpPr>
            <p:cNvPr id="284" name="Google Shape;284;p8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8027788" y="-937400"/>
            <a:ext cx="1476900" cy="1476900"/>
            <a:chOff x="8632950" y="-311150"/>
            <a:chExt cx="1476900" cy="1476900"/>
          </a:xfrm>
        </p:grpSpPr>
        <p:sp>
          <p:nvSpPr>
            <p:cNvPr id="321" name="Google Shape;321;p8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8"/>
          <p:cNvSpPr/>
          <p:nvPr/>
        </p:nvSpPr>
        <p:spPr>
          <a:xfrm rot="435267">
            <a:off x="7719471" y="453853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8"/>
          <p:cNvCxnSpPr/>
          <p:nvPr/>
        </p:nvCxnSpPr>
        <p:spPr>
          <a:xfrm rot="436104" flipH="1">
            <a:off x="7796151" y="468547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8"/>
          <p:cNvSpPr/>
          <p:nvPr/>
        </p:nvSpPr>
        <p:spPr>
          <a:xfrm rot="5400000" flipH="1">
            <a:off x="8802568" y="308082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>
            <a:spLocks noGrp="1"/>
          </p:cNvSpPr>
          <p:nvPr>
            <p:ph type="title"/>
          </p:nvPr>
        </p:nvSpPr>
        <p:spPr>
          <a:xfrm>
            <a:off x="716100" y="1169250"/>
            <a:ext cx="35946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8" name="Google Shape;328;p9"/>
          <p:cNvSpPr txBox="1">
            <a:spLocks noGrp="1"/>
          </p:cNvSpPr>
          <p:nvPr>
            <p:ph type="subTitle" idx="1"/>
          </p:nvPr>
        </p:nvSpPr>
        <p:spPr>
          <a:xfrm>
            <a:off x="716100" y="2739150"/>
            <a:ext cx="3594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329" name="Google Shape;329;p9"/>
          <p:cNvSpPr txBox="1">
            <a:spLocks noGrp="1"/>
          </p:cNvSpPr>
          <p:nvPr>
            <p:ph type="body" idx="2"/>
          </p:nvPr>
        </p:nvSpPr>
        <p:spPr>
          <a:xfrm>
            <a:off x="45720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9"/>
          <p:cNvSpPr/>
          <p:nvPr/>
        </p:nvSpPr>
        <p:spPr>
          <a:xfrm rot="-6317200" flipH="1">
            <a:off x="-1906423" y="-796946"/>
            <a:ext cx="3365090" cy="370513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 rot="-6256533" flipH="1">
            <a:off x="7266483" y="3005052"/>
            <a:ext cx="4319032" cy="272170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9"/>
          <p:cNvGrpSpPr/>
          <p:nvPr/>
        </p:nvGrpSpPr>
        <p:grpSpPr>
          <a:xfrm rot="-5400000" flipH="1">
            <a:off x="4412459" y="4932825"/>
            <a:ext cx="315575" cy="366750"/>
            <a:chOff x="8558925" y="4522650"/>
            <a:chExt cx="315575" cy="366750"/>
          </a:xfrm>
        </p:grpSpPr>
        <p:grpSp>
          <p:nvGrpSpPr>
            <p:cNvPr id="333" name="Google Shape;333;p9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334" name="Google Shape;334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9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337" name="Google Shape;337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9" name="Google Shape;339;p9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340" name="Google Shape;340;p9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2" name="Google Shape;342;p9"/>
          <p:cNvGrpSpPr/>
          <p:nvPr/>
        </p:nvGrpSpPr>
        <p:grpSpPr>
          <a:xfrm rot="10800000">
            <a:off x="8809359" y="1107516"/>
            <a:ext cx="194400" cy="112209"/>
            <a:chOff x="265900" y="3852516"/>
            <a:chExt cx="194400" cy="112209"/>
          </a:xfrm>
        </p:grpSpPr>
        <p:sp>
          <p:nvSpPr>
            <p:cNvPr id="343" name="Google Shape;343;p9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9"/>
          <p:cNvGrpSpPr/>
          <p:nvPr/>
        </p:nvGrpSpPr>
        <p:grpSpPr>
          <a:xfrm>
            <a:off x="8565007" y="4438706"/>
            <a:ext cx="438754" cy="772904"/>
            <a:chOff x="4950175" y="2998438"/>
            <a:chExt cx="88725" cy="156300"/>
          </a:xfrm>
        </p:grpSpPr>
        <p:sp>
          <p:nvSpPr>
            <p:cNvPr id="346" name="Google Shape;346;p9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9"/>
          <p:cNvGrpSpPr/>
          <p:nvPr/>
        </p:nvGrpSpPr>
        <p:grpSpPr>
          <a:xfrm flipH="1">
            <a:off x="-292729" y="-613150"/>
            <a:ext cx="1476900" cy="1476900"/>
            <a:chOff x="8632950" y="-311150"/>
            <a:chExt cx="1476900" cy="1476900"/>
          </a:xfrm>
        </p:grpSpPr>
        <p:sp>
          <p:nvSpPr>
            <p:cNvPr id="383" name="Google Shape;383;p9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" name="Google Shape;385;p9"/>
          <p:cNvSpPr/>
          <p:nvPr/>
        </p:nvSpPr>
        <p:spPr>
          <a:xfrm rot="-435267" flipH="1">
            <a:off x="247939" y="48627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6" name="Google Shape;386;p9"/>
          <p:cNvCxnSpPr/>
          <p:nvPr/>
        </p:nvCxnSpPr>
        <p:spPr>
          <a:xfrm rot="-436104">
            <a:off x="702073" y="500972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9"/>
          <p:cNvSpPr/>
          <p:nvPr/>
        </p:nvSpPr>
        <p:spPr>
          <a:xfrm rot="-5400000">
            <a:off x="297190" y="340507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0"/>
          <p:cNvGrpSpPr/>
          <p:nvPr/>
        </p:nvGrpSpPr>
        <p:grpSpPr>
          <a:xfrm>
            <a:off x="-1229162" y="1461657"/>
            <a:ext cx="1942494" cy="2022980"/>
            <a:chOff x="4445625" y="1829838"/>
            <a:chExt cx="739125" cy="769750"/>
          </a:xfrm>
        </p:grpSpPr>
        <p:sp>
          <p:nvSpPr>
            <p:cNvPr id="390" name="Google Shape;390;p1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0"/>
          <p:cNvGrpSpPr/>
          <p:nvPr/>
        </p:nvGrpSpPr>
        <p:grpSpPr>
          <a:xfrm rot="-5400000">
            <a:off x="8470913" y="1461657"/>
            <a:ext cx="1942494" cy="2022980"/>
            <a:chOff x="4445625" y="1829838"/>
            <a:chExt cx="739125" cy="769750"/>
          </a:xfrm>
        </p:grpSpPr>
        <p:sp>
          <p:nvSpPr>
            <p:cNvPr id="399" name="Google Shape;399;p10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0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407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Condensed SemiBold"/>
              <a:buNone/>
              <a:defRPr sz="24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</a:lstStyle>
          <a:p>
            <a:endParaRPr/>
          </a:p>
        </p:txBody>
      </p:sp>
      <p:sp>
        <p:nvSpPr>
          <p:cNvPr id="408" name="Google Shape;408;p10"/>
          <p:cNvSpPr/>
          <p:nvPr/>
        </p:nvSpPr>
        <p:spPr>
          <a:xfrm rot="740964">
            <a:off x="2555135" y="4016752"/>
            <a:ext cx="4319054" cy="272171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 rot="3600028">
            <a:off x="2889450" y="-215305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10"/>
          <p:cNvGrpSpPr/>
          <p:nvPr/>
        </p:nvGrpSpPr>
        <p:grpSpPr>
          <a:xfrm flipH="1">
            <a:off x="4391436" y="4291309"/>
            <a:ext cx="361129" cy="3106418"/>
            <a:chOff x="6317900" y="1197313"/>
            <a:chExt cx="180700" cy="1554375"/>
          </a:xfrm>
        </p:grpSpPr>
        <p:sp>
          <p:nvSpPr>
            <p:cNvPr id="411" name="Google Shape;411;p10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0"/>
          <p:cNvGrpSpPr/>
          <p:nvPr/>
        </p:nvGrpSpPr>
        <p:grpSpPr>
          <a:xfrm flipH="1">
            <a:off x="4352623" y="278531"/>
            <a:ext cx="438754" cy="772904"/>
            <a:chOff x="4950175" y="2998438"/>
            <a:chExt cx="88725" cy="156300"/>
          </a:xfrm>
        </p:grpSpPr>
        <p:sp>
          <p:nvSpPr>
            <p:cNvPr id="418" name="Google Shape;418;p1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>
            <a:spLocks noGrp="1"/>
          </p:cNvSpPr>
          <p:nvPr>
            <p:ph type="title" hasCustomPrompt="1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56" name="Google Shape;456;p11"/>
          <p:cNvSpPr txBox="1">
            <a:spLocks noGrp="1"/>
          </p:cNvSpPr>
          <p:nvPr>
            <p:ph type="subTitle" idx="1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1"/>
          <p:cNvSpPr/>
          <p:nvPr/>
        </p:nvSpPr>
        <p:spPr>
          <a:xfrm rot="2352435">
            <a:off x="2482219" y="4250194"/>
            <a:ext cx="4319020" cy="2721693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11"/>
          <p:cNvGrpSpPr/>
          <p:nvPr/>
        </p:nvGrpSpPr>
        <p:grpSpPr>
          <a:xfrm rot="5400000">
            <a:off x="4483925" y="4608575"/>
            <a:ext cx="315575" cy="366750"/>
            <a:chOff x="8558925" y="4522650"/>
            <a:chExt cx="315575" cy="366750"/>
          </a:xfrm>
        </p:grpSpPr>
        <p:grpSp>
          <p:nvGrpSpPr>
            <p:cNvPr id="459" name="Google Shape;459;p11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460" name="Google Shape;460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2" name="Google Shape;462;p11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463" name="Google Shape;463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5" name="Google Shape;465;p11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466" name="Google Shape;466;p11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8" name="Google Shape;468;p11"/>
          <p:cNvGrpSpPr/>
          <p:nvPr/>
        </p:nvGrpSpPr>
        <p:grpSpPr>
          <a:xfrm rot="10800000" flipH="1">
            <a:off x="208200" y="3354166"/>
            <a:ext cx="194400" cy="112209"/>
            <a:chOff x="265900" y="3852516"/>
            <a:chExt cx="194400" cy="112209"/>
          </a:xfrm>
        </p:grpSpPr>
        <p:sp>
          <p:nvSpPr>
            <p:cNvPr id="469" name="Google Shape;469;p1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11"/>
          <p:cNvSpPr/>
          <p:nvPr/>
        </p:nvSpPr>
        <p:spPr>
          <a:xfrm rot="5400000" flipH="1">
            <a:off x="8802568" y="2037975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11"/>
          <p:cNvGrpSpPr/>
          <p:nvPr/>
        </p:nvGrpSpPr>
        <p:grpSpPr>
          <a:xfrm>
            <a:off x="-988628" y="1266621"/>
            <a:ext cx="1391222" cy="1387652"/>
            <a:chOff x="4010510" y="4522646"/>
            <a:chExt cx="1391222" cy="1387652"/>
          </a:xfrm>
        </p:grpSpPr>
        <p:sp>
          <p:nvSpPr>
            <p:cNvPr id="473" name="Google Shape;473;p11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4" name="Google Shape;474;p11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5" name="Google Shape;475;p11"/>
          <p:cNvGrpSpPr/>
          <p:nvPr/>
        </p:nvGrpSpPr>
        <p:grpSpPr>
          <a:xfrm rot="10800000">
            <a:off x="8625322" y="2848196"/>
            <a:ext cx="1391222" cy="1387652"/>
            <a:chOff x="4010510" y="4522646"/>
            <a:chExt cx="1391222" cy="1387652"/>
          </a:xfrm>
        </p:grpSpPr>
        <p:sp>
          <p:nvSpPr>
            <p:cNvPr id="476" name="Google Shape;476;p11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7" name="Google Shape;477;p11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8" name="Google Shape;478;p11"/>
          <p:cNvSpPr/>
          <p:nvPr/>
        </p:nvSpPr>
        <p:spPr>
          <a:xfrm rot="3600028">
            <a:off x="7176125" y="-2438407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1"/>
          <p:cNvSpPr/>
          <p:nvPr/>
        </p:nvSpPr>
        <p:spPr>
          <a:xfrm rot="4913980">
            <a:off x="-1664938" y="-2531788"/>
            <a:ext cx="3365081" cy="3705126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"/>
          <p:cNvSpPr txBox="1">
            <a:spLocks noGrp="1"/>
          </p:cNvSpPr>
          <p:nvPr>
            <p:ph type="subTitle" idx="1"/>
          </p:nvPr>
        </p:nvSpPr>
        <p:spPr>
          <a:xfrm>
            <a:off x="1648275" y="120622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3" name="Google Shape;483;p13"/>
          <p:cNvSpPr txBox="1">
            <a:spLocks noGrp="1"/>
          </p:cNvSpPr>
          <p:nvPr>
            <p:ph type="subTitle" idx="2"/>
          </p:nvPr>
        </p:nvSpPr>
        <p:spPr>
          <a:xfrm>
            <a:off x="5520925" y="120622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3"/>
          </p:nvPr>
        </p:nvSpPr>
        <p:spPr>
          <a:xfrm>
            <a:off x="1648275" y="2300938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subTitle" idx="4"/>
          </p:nvPr>
        </p:nvSpPr>
        <p:spPr>
          <a:xfrm>
            <a:off x="5520925" y="2300938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6" name="Google Shape;486;p13"/>
          <p:cNvSpPr txBox="1">
            <a:spLocks noGrp="1"/>
          </p:cNvSpPr>
          <p:nvPr>
            <p:ph type="subTitle" idx="5"/>
          </p:nvPr>
        </p:nvSpPr>
        <p:spPr>
          <a:xfrm>
            <a:off x="1648275" y="3429713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7" name="Google Shape;487;p13"/>
          <p:cNvSpPr txBox="1">
            <a:spLocks noGrp="1"/>
          </p:cNvSpPr>
          <p:nvPr>
            <p:ph type="subTitle" idx="6"/>
          </p:nvPr>
        </p:nvSpPr>
        <p:spPr>
          <a:xfrm>
            <a:off x="5520925" y="3429713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Barlow Condensed SemiBold"/>
              <a:buNone/>
              <a:defRPr sz="1800"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endParaRPr/>
          </a:p>
        </p:txBody>
      </p:sp>
      <p:sp>
        <p:nvSpPr>
          <p:cNvPr id="488" name="Google Shape;48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3"/>
          <p:cNvSpPr txBox="1">
            <a:spLocks noGrp="1"/>
          </p:cNvSpPr>
          <p:nvPr>
            <p:ph type="subTitle" idx="7"/>
          </p:nvPr>
        </p:nvSpPr>
        <p:spPr>
          <a:xfrm>
            <a:off x="1648275" y="150302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13"/>
          <p:cNvSpPr txBox="1">
            <a:spLocks noGrp="1"/>
          </p:cNvSpPr>
          <p:nvPr>
            <p:ph type="subTitle" idx="8"/>
          </p:nvPr>
        </p:nvSpPr>
        <p:spPr>
          <a:xfrm>
            <a:off x="5520925" y="150302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13"/>
          <p:cNvSpPr txBox="1">
            <a:spLocks noGrp="1"/>
          </p:cNvSpPr>
          <p:nvPr>
            <p:ph type="subTitle" idx="9"/>
          </p:nvPr>
        </p:nvSpPr>
        <p:spPr>
          <a:xfrm>
            <a:off x="1648275" y="2646526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13"/>
          <p:cNvSpPr txBox="1">
            <a:spLocks noGrp="1"/>
          </p:cNvSpPr>
          <p:nvPr>
            <p:ph type="subTitle" idx="13"/>
          </p:nvPr>
        </p:nvSpPr>
        <p:spPr>
          <a:xfrm>
            <a:off x="5520925" y="2646526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subTitle" idx="14"/>
          </p:nvPr>
        </p:nvSpPr>
        <p:spPr>
          <a:xfrm>
            <a:off x="1648275" y="3790025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15"/>
          </p:nvPr>
        </p:nvSpPr>
        <p:spPr>
          <a:xfrm>
            <a:off x="5520925" y="3790025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/>
          <p:nvPr/>
        </p:nvSpPr>
        <p:spPr>
          <a:xfrm rot="10800000">
            <a:off x="-1426853" y="-1062630"/>
            <a:ext cx="3177828" cy="2002555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13"/>
          <p:cNvGrpSpPr/>
          <p:nvPr/>
        </p:nvGrpSpPr>
        <p:grpSpPr>
          <a:xfrm>
            <a:off x="3833550" y="4634650"/>
            <a:ext cx="1476900" cy="1476900"/>
            <a:chOff x="-802775" y="4608575"/>
            <a:chExt cx="1476900" cy="1476900"/>
          </a:xfrm>
        </p:grpSpPr>
        <p:sp>
          <p:nvSpPr>
            <p:cNvPr id="497" name="Google Shape;497;p13"/>
            <p:cNvSpPr/>
            <p:nvPr/>
          </p:nvSpPr>
          <p:spPr>
            <a:xfrm>
              <a:off x="-671975" y="4739375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-802775" y="4608575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9" name="Google Shape;499;p13"/>
          <p:cNvSpPr/>
          <p:nvPr/>
        </p:nvSpPr>
        <p:spPr>
          <a:xfrm rot="-1297775">
            <a:off x="7887277" y="-719144"/>
            <a:ext cx="2209823" cy="1811858"/>
          </a:xfrm>
          <a:custGeom>
            <a:avLst/>
            <a:gdLst/>
            <a:ahLst/>
            <a:cxnLst/>
            <a:rect l="l" t="t" r="r" b="b"/>
            <a:pathLst>
              <a:path w="19718" h="16167" extrusionOk="0">
                <a:moveTo>
                  <a:pt x="1357" y="1"/>
                </a:moveTo>
                <a:cubicBezTo>
                  <a:pt x="1216" y="1"/>
                  <a:pt x="1067" y="31"/>
                  <a:pt x="905" y="105"/>
                </a:cubicBezTo>
                <a:cubicBezTo>
                  <a:pt x="298" y="391"/>
                  <a:pt x="0" y="1236"/>
                  <a:pt x="0" y="1867"/>
                </a:cubicBezTo>
                <a:cubicBezTo>
                  <a:pt x="12" y="3082"/>
                  <a:pt x="691" y="4236"/>
                  <a:pt x="1608" y="5022"/>
                </a:cubicBezTo>
                <a:cubicBezTo>
                  <a:pt x="2548" y="5808"/>
                  <a:pt x="3703" y="6272"/>
                  <a:pt x="4894" y="6558"/>
                </a:cubicBezTo>
                <a:cubicBezTo>
                  <a:pt x="5549" y="6713"/>
                  <a:pt x="6239" y="6820"/>
                  <a:pt x="6847" y="7130"/>
                </a:cubicBezTo>
                <a:cubicBezTo>
                  <a:pt x="7454" y="7427"/>
                  <a:pt x="7990" y="7999"/>
                  <a:pt x="8037" y="8677"/>
                </a:cubicBezTo>
                <a:cubicBezTo>
                  <a:pt x="8097" y="9392"/>
                  <a:pt x="7632" y="10023"/>
                  <a:pt x="7216" y="10606"/>
                </a:cubicBezTo>
                <a:cubicBezTo>
                  <a:pt x="6442" y="11654"/>
                  <a:pt x="5715" y="12952"/>
                  <a:pt x="6108" y="14202"/>
                </a:cubicBezTo>
                <a:cubicBezTo>
                  <a:pt x="6418" y="15154"/>
                  <a:pt x="7335" y="15821"/>
                  <a:pt x="8323" y="16047"/>
                </a:cubicBezTo>
                <a:cubicBezTo>
                  <a:pt x="8686" y="16132"/>
                  <a:pt x="9058" y="16166"/>
                  <a:pt x="9431" y="16166"/>
                </a:cubicBezTo>
                <a:cubicBezTo>
                  <a:pt x="10062" y="16166"/>
                  <a:pt x="10698" y="16067"/>
                  <a:pt x="11311" y="15940"/>
                </a:cubicBezTo>
                <a:cubicBezTo>
                  <a:pt x="12621" y="15690"/>
                  <a:pt x="14062" y="15202"/>
                  <a:pt x="14598" y="13976"/>
                </a:cubicBezTo>
                <a:cubicBezTo>
                  <a:pt x="14883" y="13321"/>
                  <a:pt x="14836" y="12595"/>
                  <a:pt x="15074" y="11928"/>
                </a:cubicBezTo>
                <a:cubicBezTo>
                  <a:pt x="15526" y="10630"/>
                  <a:pt x="16860" y="9904"/>
                  <a:pt x="17800" y="8904"/>
                </a:cubicBezTo>
                <a:cubicBezTo>
                  <a:pt x="19158" y="7487"/>
                  <a:pt x="19717" y="5368"/>
                  <a:pt x="19277" y="3463"/>
                </a:cubicBezTo>
                <a:cubicBezTo>
                  <a:pt x="19110" y="2772"/>
                  <a:pt x="18812" y="2105"/>
                  <a:pt x="18312" y="1617"/>
                </a:cubicBezTo>
                <a:cubicBezTo>
                  <a:pt x="17848" y="1165"/>
                  <a:pt x="17241" y="903"/>
                  <a:pt x="16622" y="688"/>
                </a:cubicBezTo>
                <a:cubicBezTo>
                  <a:pt x="15563" y="336"/>
                  <a:pt x="14440" y="156"/>
                  <a:pt x="13314" y="156"/>
                </a:cubicBezTo>
                <a:cubicBezTo>
                  <a:pt x="12768" y="156"/>
                  <a:pt x="12221" y="198"/>
                  <a:pt x="11681" y="284"/>
                </a:cubicBezTo>
                <a:cubicBezTo>
                  <a:pt x="10168" y="522"/>
                  <a:pt x="8728" y="1105"/>
                  <a:pt x="7192" y="1272"/>
                </a:cubicBezTo>
                <a:cubicBezTo>
                  <a:pt x="6900" y="1303"/>
                  <a:pt x="6608" y="1319"/>
                  <a:pt x="6316" y="1319"/>
                </a:cubicBezTo>
                <a:cubicBezTo>
                  <a:pt x="5057" y="1319"/>
                  <a:pt x="3805" y="1034"/>
                  <a:pt x="2656" y="522"/>
                </a:cubicBezTo>
                <a:cubicBezTo>
                  <a:pt x="2184" y="313"/>
                  <a:pt x="1809" y="1"/>
                  <a:pt x="1357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0" name="Google Shape;500;p13"/>
          <p:cNvGrpSpPr/>
          <p:nvPr/>
        </p:nvGrpSpPr>
        <p:grpSpPr>
          <a:xfrm>
            <a:off x="296900" y="356125"/>
            <a:ext cx="315575" cy="366750"/>
            <a:chOff x="8558925" y="4522650"/>
            <a:chExt cx="315575" cy="366750"/>
          </a:xfrm>
        </p:grpSpPr>
        <p:grpSp>
          <p:nvGrpSpPr>
            <p:cNvPr id="501" name="Google Shape;501;p1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502" name="Google Shape;502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1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505" name="Google Shape;505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7" name="Google Shape;507;p1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508" name="Google Shape;508;p1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rot="10800000" flipH="1">
            <a:off x="232050" y="2876766"/>
            <a:ext cx="194400" cy="112209"/>
            <a:chOff x="265900" y="3852516"/>
            <a:chExt cx="194400" cy="112209"/>
          </a:xfrm>
        </p:grpSpPr>
        <p:sp>
          <p:nvSpPr>
            <p:cNvPr id="511" name="Google Shape;511;p1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13"/>
          <p:cNvSpPr/>
          <p:nvPr/>
        </p:nvSpPr>
        <p:spPr>
          <a:xfrm rot="5400000">
            <a:off x="8780425" y="2523138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3"/>
          <p:cNvSpPr/>
          <p:nvPr/>
        </p:nvSpPr>
        <p:spPr>
          <a:xfrm rot="435267">
            <a:off x="8214271" y="42142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5" name="Google Shape;515;p13"/>
          <p:cNvCxnSpPr/>
          <p:nvPr/>
        </p:nvCxnSpPr>
        <p:spPr>
          <a:xfrm rot="436104" flipH="1">
            <a:off x="8926501" y="4361228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16" name="Google Shape;516;p13"/>
          <p:cNvGrpSpPr/>
          <p:nvPr/>
        </p:nvGrpSpPr>
        <p:grpSpPr>
          <a:xfrm flipH="1">
            <a:off x="8617149" y="344931"/>
            <a:ext cx="438754" cy="772904"/>
            <a:chOff x="4950175" y="2998438"/>
            <a:chExt cx="88725" cy="156300"/>
          </a:xfrm>
        </p:grpSpPr>
        <p:sp>
          <p:nvSpPr>
            <p:cNvPr id="517" name="Google Shape;517;p13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3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3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13"/>
          <p:cNvGrpSpPr/>
          <p:nvPr/>
        </p:nvGrpSpPr>
        <p:grpSpPr>
          <a:xfrm>
            <a:off x="-671216" y="4477896"/>
            <a:ext cx="1391222" cy="1387652"/>
            <a:chOff x="4010510" y="4522646"/>
            <a:chExt cx="1391222" cy="1387652"/>
          </a:xfrm>
        </p:grpSpPr>
        <p:sp>
          <p:nvSpPr>
            <p:cNvPr id="554" name="Google Shape;554;p13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5" name="Google Shape;555;p13"/>
            <p:cNvCxnSpPr/>
            <p:nvPr/>
          </p:nvCxnSpPr>
          <p:spPr>
            <a:xfrm rot="436104" flipH="1">
              <a:off x="4223501" y="46956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16"/>
          <p:cNvGrpSpPr/>
          <p:nvPr/>
        </p:nvGrpSpPr>
        <p:grpSpPr>
          <a:xfrm>
            <a:off x="8064938" y="-1041168"/>
            <a:ext cx="1942494" cy="2022980"/>
            <a:chOff x="4445625" y="1829838"/>
            <a:chExt cx="739125" cy="769750"/>
          </a:xfrm>
        </p:grpSpPr>
        <p:sp>
          <p:nvSpPr>
            <p:cNvPr id="618" name="Google Shape;618;p16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626;p16"/>
          <p:cNvGrpSpPr/>
          <p:nvPr/>
        </p:nvGrpSpPr>
        <p:grpSpPr>
          <a:xfrm>
            <a:off x="-858537" y="-1041168"/>
            <a:ext cx="1942494" cy="2022980"/>
            <a:chOff x="4445625" y="1829838"/>
            <a:chExt cx="739125" cy="769750"/>
          </a:xfrm>
        </p:grpSpPr>
        <p:sp>
          <p:nvSpPr>
            <p:cNvPr id="627" name="Google Shape;627;p16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5" name="Google Shape;63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16"/>
          <p:cNvSpPr/>
          <p:nvPr/>
        </p:nvSpPr>
        <p:spPr>
          <a:xfrm rot="-152928">
            <a:off x="6925193" y="4175288"/>
            <a:ext cx="3763193" cy="237143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6"/>
          <p:cNvSpPr/>
          <p:nvPr/>
        </p:nvSpPr>
        <p:spPr>
          <a:xfrm rot="3635839">
            <a:off x="-1640952" y="3754337"/>
            <a:ext cx="4267648" cy="268932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8" name="Google Shape;638;p16"/>
          <p:cNvGrpSpPr/>
          <p:nvPr/>
        </p:nvGrpSpPr>
        <p:grpSpPr>
          <a:xfrm flipH="1">
            <a:off x="493849" y="4222131"/>
            <a:ext cx="438754" cy="772904"/>
            <a:chOff x="4950175" y="2998438"/>
            <a:chExt cx="88725" cy="156300"/>
          </a:xfrm>
        </p:grpSpPr>
        <p:sp>
          <p:nvSpPr>
            <p:cNvPr id="639" name="Google Shape;639;p16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16"/>
          <p:cNvGrpSpPr/>
          <p:nvPr/>
        </p:nvGrpSpPr>
        <p:grpSpPr>
          <a:xfrm>
            <a:off x="8626226" y="3746559"/>
            <a:ext cx="361129" cy="3106418"/>
            <a:chOff x="6317900" y="1197313"/>
            <a:chExt cx="180700" cy="1554375"/>
          </a:xfrm>
        </p:grpSpPr>
        <p:sp>
          <p:nvSpPr>
            <p:cNvPr id="676" name="Google Shape;676;p16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16"/>
          <p:cNvSpPr/>
          <p:nvPr/>
        </p:nvSpPr>
        <p:spPr>
          <a:xfrm rot="-5400000" flipH="1">
            <a:off x="307075" y="22599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3" name="Google Shape;683;p16"/>
          <p:cNvGrpSpPr/>
          <p:nvPr/>
        </p:nvGrpSpPr>
        <p:grpSpPr>
          <a:xfrm flipH="1">
            <a:off x="8671988" y="2252416"/>
            <a:ext cx="194400" cy="112209"/>
            <a:chOff x="265900" y="3852516"/>
            <a:chExt cx="194400" cy="112209"/>
          </a:xfrm>
        </p:grpSpPr>
        <p:sp>
          <p:nvSpPr>
            <p:cNvPr id="684" name="Google Shape;684;p16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1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9" name="Google Shape;759;p18"/>
          <p:cNvSpPr txBox="1">
            <a:spLocks noGrp="1"/>
          </p:cNvSpPr>
          <p:nvPr>
            <p:ph type="subTitle" idx="1"/>
          </p:nvPr>
        </p:nvSpPr>
        <p:spPr>
          <a:xfrm>
            <a:off x="720000" y="1905475"/>
            <a:ext cx="7704000" cy="8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0" name="Google Shape;760;p18"/>
          <p:cNvSpPr txBox="1">
            <a:spLocks noGrp="1"/>
          </p:cNvSpPr>
          <p:nvPr>
            <p:ph type="subTitle" idx="2"/>
          </p:nvPr>
        </p:nvSpPr>
        <p:spPr>
          <a:xfrm>
            <a:off x="720000" y="13191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1" name="Google Shape;761;p18"/>
          <p:cNvSpPr/>
          <p:nvPr/>
        </p:nvSpPr>
        <p:spPr>
          <a:xfrm rot="-152928">
            <a:off x="6925193" y="4175288"/>
            <a:ext cx="3763193" cy="237143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8"/>
          <p:cNvSpPr/>
          <p:nvPr/>
        </p:nvSpPr>
        <p:spPr>
          <a:xfrm rot="3635839">
            <a:off x="-1640952" y="3754337"/>
            <a:ext cx="4267648" cy="268932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3" name="Google Shape;763;p18"/>
          <p:cNvGrpSpPr/>
          <p:nvPr/>
        </p:nvGrpSpPr>
        <p:grpSpPr>
          <a:xfrm flipH="1">
            <a:off x="493849" y="4222131"/>
            <a:ext cx="438754" cy="772904"/>
            <a:chOff x="4950175" y="2998438"/>
            <a:chExt cx="88725" cy="156300"/>
          </a:xfrm>
        </p:grpSpPr>
        <p:sp>
          <p:nvSpPr>
            <p:cNvPr id="764" name="Google Shape;764;p18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18"/>
          <p:cNvGrpSpPr/>
          <p:nvPr/>
        </p:nvGrpSpPr>
        <p:grpSpPr>
          <a:xfrm>
            <a:off x="8626226" y="3746559"/>
            <a:ext cx="361129" cy="3106418"/>
            <a:chOff x="6317900" y="1197313"/>
            <a:chExt cx="180700" cy="1554375"/>
          </a:xfrm>
        </p:grpSpPr>
        <p:sp>
          <p:nvSpPr>
            <p:cNvPr id="801" name="Google Shape;801;p18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18"/>
          <p:cNvSpPr/>
          <p:nvPr/>
        </p:nvSpPr>
        <p:spPr>
          <a:xfrm rot="-5400000" flipH="1">
            <a:off x="307075" y="22599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8" name="Google Shape;808;p18"/>
          <p:cNvGrpSpPr/>
          <p:nvPr/>
        </p:nvGrpSpPr>
        <p:grpSpPr>
          <a:xfrm flipH="1">
            <a:off x="8671988" y="2252416"/>
            <a:ext cx="194400" cy="112209"/>
            <a:chOff x="265900" y="3852516"/>
            <a:chExt cx="194400" cy="112209"/>
          </a:xfrm>
        </p:grpSpPr>
        <p:sp>
          <p:nvSpPr>
            <p:cNvPr id="809" name="Google Shape;809;p18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1" name="Google Shape;811;p18"/>
          <p:cNvGrpSpPr/>
          <p:nvPr/>
        </p:nvGrpSpPr>
        <p:grpSpPr>
          <a:xfrm rot="5400000">
            <a:off x="8064938" y="-1041181"/>
            <a:ext cx="1942494" cy="2022980"/>
            <a:chOff x="4445625" y="1829838"/>
            <a:chExt cx="739125" cy="769750"/>
          </a:xfrm>
        </p:grpSpPr>
        <p:sp>
          <p:nvSpPr>
            <p:cNvPr id="812" name="Google Shape;812;p18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0" name="Google Shape;820;p18"/>
          <p:cNvGrpSpPr/>
          <p:nvPr/>
        </p:nvGrpSpPr>
        <p:grpSpPr>
          <a:xfrm>
            <a:off x="-858537" y="-1041181"/>
            <a:ext cx="1942494" cy="2022980"/>
            <a:chOff x="4445625" y="1829838"/>
            <a:chExt cx="739125" cy="769750"/>
          </a:xfrm>
        </p:grpSpPr>
        <p:sp>
          <p:nvSpPr>
            <p:cNvPr id="821" name="Google Shape;821;p18"/>
            <p:cNvSpPr/>
            <p:nvPr/>
          </p:nvSpPr>
          <p:spPr>
            <a:xfrm>
              <a:off x="4497725" y="1897713"/>
              <a:ext cx="634925" cy="634925"/>
            </a:xfrm>
            <a:custGeom>
              <a:avLst/>
              <a:gdLst/>
              <a:ahLst/>
              <a:cxnLst/>
              <a:rect l="l" t="t" r="r" b="b"/>
              <a:pathLst>
                <a:path w="25397" h="25397" extrusionOk="0">
                  <a:moveTo>
                    <a:pt x="12704" y="36"/>
                  </a:moveTo>
                  <a:cubicBezTo>
                    <a:pt x="14407" y="36"/>
                    <a:pt x="16062" y="381"/>
                    <a:pt x="17622" y="1036"/>
                  </a:cubicBezTo>
                  <a:cubicBezTo>
                    <a:pt x="19122" y="1679"/>
                    <a:pt x="20479" y="2584"/>
                    <a:pt x="21646" y="3739"/>
                  </a:cubicBezTo>
                  <a:cubicBezTo>
                    <a:pt x="22801" y="4905"/>
                    <a:pt x="23718" y="6251"/>
                    <a:pt x="24349" y="7763"/>
                  </a:cubicBezTo>
                  <a:cubicBezTo>
                    <a:pt x="25027" y="9323"/>
                    <a:pt x="25349" y="10978"/>
                    <a:pt x="25349" y="12692"/>
                  </a:cubicBezTo>
                  <a:cubicBezTo>
                    <a:pt x="25349" y="14395"/>
                    <a:pt x="25004" y="16050"/>
                    <a:pt x="24349" y="17609"/>
                  </a:cubicBezTo>
                  <a:cubicBezTo>
                    <a:pt x="23718" y="19121"/>
                    <a:pt x="22801" y="20467"/>
                    <a:pt x="21646" y="21634"/>
                  </a:cubicBezTo>
                  <a:cubicBezTo>
                    <a:pt x="20479" y="22789"/>
                    <a:pt x="19122" y="23705"/>
                    <a:pt x="17622" y="24336"/>
                  </a:cubicBezTo>
                  <a:cubicBezTo>
                    <a:pt x="16062" y="25015"/>
                    <a:pt x="14407" y="25336"/>
                    <a:pt x="12704" y="25336"/>
                  </a:cubicBezTo>
                  <a:cubicBezTo>
                    <a:pt x="10990" y="25336"/>
                    <a:pt x="9335" y="24991"/>
                    <a:pt x="7775" y="24336"/>
                  </a:cubicBezTo>
                  <a:cubicBezTo>
                    <a:pt x="6275" y="23705"/>
                    <a:pt x="4918" y="22789"/>
                    <a:pt x="3751" y="21634"/>
                  </a:cubicBezTo>
                  <a:cubicBezTo>
                    <a:pt x="2596" y="20467"/>
                    <a:pt x="1679" y="19121"/>
                    <a:pt x="1048" y="17609"/>
                  </a:cubicBezTo>
                  <a:cubicBezTo>
                    <a:pt x="382" y="16050"/>
                    <a:pt x="48" y="14395"/>
                    <a:pt x="48" y="12692"/>
                  </a:cubicBezTo>
                  <a:cubicBezTo>
                    <a:pt x="48" y="10978"/>
                    <a:pt x="393" y="9323"/>
                    <a:pt x="1048" y="7763"/>
                  </a:cubicBezTo>
                  <a:cubicBezTo>
                    <a:pt x="1691" y="6251"/>
                    <a:pt x="2596" y="4905"/>
                    <a:pt x="3751" y="3739"/>
                  </a:cubicBezTo>
                  <a:cubicBezTo>
                    <a:pt x="4918" y="2584"/>
                    <a:pt x="6275" y="1679"/>
                    <a:pt x="7775" y="1036"/>
                  </a:cubicBezTo>
                  <a:cubicBezTo>
                    <a:pt x="9335" y="369"/>
                    <a:pt x="10990" y="36"/>
                    <a:pt x="12704" y="36"/>
                  </a:cubicBezTo>
                  <a:close/>
                  <a:moveTo>
                    <a:pt x="12704" y="0"/>
                  </a:moveTo>
                  <a:cubicBezTo>
                    <a:pt x="10990" y="0"/>
                    <a:pt x="9323" y="333"/>
                    <a:pt x="7763" y="1000"/>
                  </a:cubicBezTo>
                  <a:cubicBezTo>
                    <a:pt x="6251" y="1643"/>
                    <a:pt x="4882" y="2560"/>
                    <a:pt x="3727" y="3727"/>
                  </a:cubicBezTo>
                  <a:cubicBezTo>
                    <a:pt x="2560" y="4882"/>
                    <a:pt x="1644" y="6239"/>
                    <a:pt x="1001" y="7763"/>
                  </a:cubicBezTo>
                  <a:cubicBezTo>
                    <a:pt x="346" y="9323"/>
                    <a:pt x="1" y="10989"/>
                    <a:pt x="1" y="12704"/>
                  </a:cubicBezTo>
                  <a:cubicBezTo>
                    <a:pt x="1" y="14407"/>
                    <a:pt x="334" y="16073"/>
                    <a:pt x="1001" y="17645"/>
                  </a:cubicBezTo>
                  <a:cubicBezTo>
                    <a:pt x="1644" y="19145"/>
                    <a:pt x="2560" y="20514"/>
                    <a:pt x="3727" y="21669"/>
                  </a:cubicBezTo>
                  <a:cubicBezTo>
                    <a:pt x="4882" y="22836"/>
                    <a:pt x="6239" y="23753"/>
                    <a:pt x="7763" y="24396"/>
                  </a:cubicBezTo>
                  <a:cubicBezTo>
                    <a:pt x="9323" y="25051"/>
                    <a:pt x="10990" y="25396"/>
                    <a:pt x="12704" y="25396"/>
                  </a:cubicBezTo>
                  <a:cubicBezTo>
                    <a:pt x="14407" y="25396"/>
                    <a:pt x="16074" y="25051"/>
                    <a:pt x="17646" y="24396"/>
                  </a:cubicBezTo>
                  <a:cubicBezTo>
                    <a:pt x="19146" y="23753"/>
                    <a:pt x="20515" y="22836"/>
                    <a:pt x="21670" y="21669"/>
                  </a:cubicBezTo>
                  <a:cubicBezTo>
                    <a:pt x="22837" y="20514"/>
                    <a:pt x="23753" y="19157"/>
                    <a:pt x="24396" y="17645"/>
                  </a:cubicBezTo>
                  <a:cubicBezTo>
                    <a:pt x="25051" y="16073"/>
                    <a:pt x="25397" y="14407"/>
                    <a:pt x="25397" y="12704"/>
                  </a:cubicBezTo>
                  <a:cubicBezTo>
                    <a:pt x="25397" y="10989"/>
                    <a:pt x="25063" y="9323"/>
                    <a:pt x="24396" y="7763"/>
                  </a:cubicBezTo>
                  <a:cubicBezTo>
                    <a:pt x="23753" y="6251"/>
                    <a:pt x="22837" y="4882"/>
                    <a:pt x="21670" y="3727"/>
                  </a:cubicBezTo>
                  <a:cubicBezTo>
                    <a:pt x="20515" y="2560"/>
                    <a:pt x="19158" y="1643"/>
                    <a:pt x="17646" y="1000"/>
                  </a:cubicBezTo>
                  <a:cubicBezTo>
                    <a:pt x="16074" y="345"/>
                    <a:pt x="14407" y="0"/>
                    <a:pt x="12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4620350" y="2020038"/>
              <a:ext cx="389975" cy="389650"/>
            </a:xfrm>
            <a:custGeom>
              <a:avLst/>
              <a:gdLst/>
              <a:ahLst/>
              <a:cxnLst/>
              <a:rect l="l" t="t" r="r" b="b"/>
              <a:pathLst>
                <a:path w="15599" h="15586" extrusionOk="0">
                  <a:moveTo>
                    <a:pt x="15598" y="7799"/>
                  </a:moveTo>
                  <a:cubicBezTo>
                    <a:pt x="15598" y="3489"/>
                    <a:pt x="12110" y="0"/>
                    <a:pt x="7799" y="0"/>
                  </a:cubicBezTo>
                  <a:cubicBezTo>
                    <a:pt x="3478" y="0"/>
                    <a:pt x="1" y="3477"/>
                    <a:pt x="1" y="7799"/>
                  </a:cubicBezTo>
                  <a:cubicBezTo>
                    <a:pt x="1" y="12097"/>
                    <a:pt x="3478" y="15586"/>
                    <a:pt x="7799" y="15586"/>
                  </a:cubicBezTo>
                  <a:cubicBezTo>
                    <a:pt x="12110" y="15586"/>
                    <a:pt x="15598" y="12097"/>
                    <a:pt x="15598" y="7799"/>
                  </a:cubicBezTo>
                  <a:close/>
                  <a:moveTo>
                    <a:pt x="1703" y="7799"/>
                  </a:moveTo>
                  <a:cubicBezTo>
                    <a:pt x="1703" y="4430"/>
                    <a:pt x="4430" y="1703"/>
                    <a:pt x="7799" y="1703"/>
                  </a:cubicBezTo>
                  <a:cubicBezTo>
                    <a:pt x="11157" y="1703"/>
                    <a:pt x="13884" y="4430"/>
                    <a:pt x="13884" y="7799"/>
                  </a:cubicBezTo>
                  <a:cubicBezTo>
                    <a:pt x="13884" y="11157"/>
                    <a:pt x="11157" y="13883"/>
                    <a:pt x="7799" y="13883"/>
                  </a:cubicBezTo>
                  <a:cubicBezTo>
                    <a:pt x="4430" y="13871"/>
                    <a:pt x="1703" y="11145"/>
                    <a:pt x="1703" y="77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4445625" y="1845313"/>
              <a:ext cx="739125" cy="739100"/>
            </a:xfrm>
            <a:custGeom>
              <a:avLst/>
              <a:gdLst/>
              <a:ahLst/>
              <a:cxnLst/>
              <a:rect l="l" t="t" r="r" b="b"/>
              <a:pathLst>
                <a:path w="29565" h="29564" extrusionOk="0">
                  <a:moveTo>
                    <a:pt x="29564" y="14788"/>
                  </a:moveTo>
                  <a:cubicBezTo>
                    <a:pt x="29564" y="6608"/>
                    <a:pt x="22944" y="1"/>
                    <a:pt x="14788" y="1"/>
                  </a:cubicBezTo>
                  <a:cubicBezTo>
                    <a:pt x="6609" y="1"/>
                    <a:pt x="1" y="6632"/>
                    <a:pt x="1" y="14788"/>
                  </a:cubicBezTo>
                  <a:cubicBezTo>
                    <a:pt x="1" y="22944"/>
                    <a:pt x="6633" y="29564"/>
                    <a:pt x="14788" y="29564"/>
                  </a:cubicBezTo>
                  <a:cubicBezTo>
                    <a:pt x="22956" y="29564"/>
                    <a:pt x="29564" y="22944"/>
                    <a:pt x="29564" y="14788"/>
                  </a:cubicBezTo>
                  <a:close/>
                  <a:moveTo>
                    <a:pt x="2823" y="14788"/>
                  </a:moveTo>
                  <a:cubicBezTo>
                    <a:pt x="2823" y="8180"/>
                    <a:pt x="8181" y="2822"/>
                    <a:pt x="14788" y="2822"/>
                  </a:cubicBezTo>
                  <a:cubicBezTo>
                    <a:pt x="21396" y="2822"/>
                    <a:pt x="26754" y="8180"/>
                    <a:pt x="26754" y="14788"/>
                  </a:cubicBezTo>
                  <a:cubicBezTo>
                    <a:pt x="26754" y="21384"/>
                    <a:pt x="21396" y="26742"/>
                    <a:pt x="14788" y="26742"/>
                  </a:cubicBezTo>
                  <a:cubicBezTo>
                    <a:pt x="8181" y="26730"/>
                    <a:pt x="2823" y="21372"/>
                    <a:pt x="2823" y="1478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4537900" y="1829838"/>
              <a:ext cx="554575" cy="769750"/>
            </a:xfrm>
            <a:custGeom>
              <a:avLst/>
              <a:gdLst/>
              <a:ahLst/>
              <a:cxnLst/>
              <a:rect l="l" t="t" r="r" b="b"/>
              <a:pathLst>
                <a:path w="22183" h="30790" extrusionOk="0">
                  <a:moveTo>
                    <a:pt x="11062" y="0"/>
                  </a:moveTo>
                  <a:cubicBezTo>
                    <a:pt x="8978" y="0"/>
                    <a:pt x="6966" y="405"/>
                    <a:pt x="5061" y="1203"/>
                  </a:cubicBezTo>
                  <a:cubicBezTo>
                    <a:pt x="3239" y="1977"/>
                    <a:pt x="1584" y="3096"/>
                    <a:pt x="168" y="4513"/>
                  </a:cubicBezTo>
                  <a:cubicBezTo>
                    <a:pt x="108" y="4549"/>
                    <a:pt x="60" y="4608"/>
                    <a:pt x="1" y="4668"/>
                  </a:cubicBezTo>
                  <a:lnTo>
                    <a:pt x="1" y="4894"/>
                  </a:lnTo>
                  <a:lnTo>
                    <a:pt x="287" y="4608"/>
                  </a:lnTo>
                  <a:cubicBezTo>
                    <a:pt x="3168" y="1739"/>
                    <a:pt x="7002" y="143"/>
                    <a:pt x="11074" y="143"/>
                  </a:cubicBezTo>
                  <a:cubicBezTo>
                    <a:pt x="15158" y="143"/>
                    <a:pt x="18979" y="1727"/>
                    <a:pt x="21861" y="4608"/>
                  </a:cubicBezTo>
                  <a:cubicBezTo>
                    <a:pt x="21958" y="4694"/>
                    <a:pt x="22045" y="4790"/>
                    <a:pt x="22123" y="4870"/>
                  </a:cubicBezTo>
                  <a:lnTo>
                    <a:pt x="22123" y="4870"/>
                  </a:lnTo>
                  <a:lnTo>
                    <a:pt x="22123" y="4668"/>
                  </a:lnTo>
                  <a:lnTo>
                    <a:pt x="21956" y="4513"/>
                  </a:lnTo>
                  <a:cubicBezTo>
                    <a:pt x="20539" y="3096"/>
                    <a:pt x="18884" y="1977"/>
                    <a:pt x="17063" y="1203"/>
                  </a:cubicBezTo>
                  <a:cubicBezTo>
                    <a:pt x="15158" y="405"/>
                    <a:pt x="13145" y="0"/>
                    <a:pt x="11062" y="0"/>
                  </a:cubicBezTo>
                  <a:close/>
                  <a:moveTo>
                    <a:pt x="22123" y="4870"/>
                  </a:moveTo>
                  <a:lnTo>
                    <a:pt x="22123" y="4894"/>
                  </a:lnTo>
                  <a:lnTo>
                    <a:pt x="22146" y="4894"/>
                  </a:lnTo>
                  <a:cubicBezTo>
                    <a:pt x="22139" y="4886"/>
                    <a:pt x="22131" y="4878"/>
                    <a:pt x="22123" y="4870"/>
                  </a:cubicBezTo>
                  <a:close/>
                  <a:moveTo>
                    <a:pt x="37" y="25896"/>
                  </a:moveTo>
                  <a:lnTo>
                    <a:pt x="37" y="26123"/>
                  </a:lnTo>
                  <a:lnTo>
                    <a:pt x="203" y="26277"/>
                  </a:lnTo>
                  <a:cubicBezTo>
                    <a:pt x="1608" y="27694"/>
                    <a:pt x="3263" y="28813"/>
                    <a:pt x="5097" y="29587"/>
                  </a:cubicBezTo>
                  <a:cubicBezTo>
                    <a:pt x="7002" y="30385"/>
                    <a:pt x="9014" y="30790"/>
                    <a:pt x="11097" y="30790"/>
                  </a:cubicBezTo>
                  <a:cubicBezTo>
                    <a:pt x="13181" y="30790"/>
                    <a:pt x="15181" y="30385"/>
                    <a:pt x="17086" y="29587"/>
                  </a:cubicBezTo>
                  <a:cubicBezTo>
                    <a:pt x="18920" y="28813"/>
                    <a:pt x="20575" y="27694"/>
                    <a:pt x="21992" y="26277"/>
                  </a:cubicBezTo>
                  <a:lnTo>
                    <a:pt x="22146" y="26123"/>
                  </a:lnTo>
                  <a:lnTo>
                    <a:pt x="22182" y="26123"/>
                  </a:lnTo>
                  <a:lnTo>
                    <a:pt x="22182" y="25896"/>
                  </a:lnTo>
                  <a:cubicBezTo>
                    <a:pt x="22075" y="25980"/>
                    <a:pt x="21980" y="26087"/>
                    <a:pt x="21896" y="26170"/>
                  </a:cubicBezTo>
                  <a:cubicBezTo>
                    <a:pt x="19015" y="29052"/>
                    <a:pt x="15181" y="30635"/>
                    <a:pt x="11109" y="30635"/>
                  </a:cubicBezTo>
                  <a:cubicBezTo>
                    <a:pt x="7026" y="30635"/>
                    <a:pt x="3204" y="29064"/>
                    <a:pt x="322" y="26170"/>
                  </a:cubicBezTo>
                  <a:cubicBezTo>
                    <a:pt x="215" y="26087"/>
                    <a:pt x="120" y="25980"/>
                    <a:pt x="37" y="2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4669175" y="2069163"/>
              <a:ext cx="291425" cy="291125"/>
            </a:xfrm>
            <a:custGeom>
              <a:avLst/>
              <a:gdLst/>
              <a:ahLst/>
              <a:cxnLst/>
              <a:rect l="l" t="t" r="r" b="b"/>
              <a:pathLst>
                <a:path w="11657" h="11645" extrusionOk="0">
                  <a:moveTo>
                    <a:pt x="5823" y="0"/>
                  </a:moveTo>
                  <a:cubicBezTo>
                    <a:pt x="2608" y="0"/>
                    <a:pt x="1" y="2596"/>
                    <a:pt x="1" y="5810"/>
                  </a:cubicBezTo>
                  <a:cubicBezTo>
                    <a:pt x="1" y="5858"/>
                    <a:pt x="36" y="5894"/>
                    <a:pt x="84" y="5894"/>
                  </a:cubicBezTo>
                  <a:cubicBezTo>
                    <a:pt x="120" y="5894"/>
                    <a:pt x="155" y="5858"/>
                    <a:pt x="155" y="5810"/>
                  </a:cubicBezTo>
                  <a:cubicBezTo>
                    <a:pt x="155" y="2679"/>
                    <a:pt x="2715" y="131"/>
                    <a:pt x="5835" y="131"/>
                  </a:cubicBezTo>
                  <a:cubicBezTo>
                    <a:pt x="8978" y="131"/>
                    <a:pt x="11526" y="2679"/>
                    <a:pt x="11526" y="5810"/>
                  </a:cubicBezTo>
                  <a:cubicBezTo>
                    <a:pt x="11526" y="8954"/>
                    <a:pt x="8966" y="11501"/>
                    <a:pt x="5835" y="11501"/>
                  </a:cubicBezTo>
                  <a:cubicBezTo>
                    <a:pt x="5799" y="11501"/>
                    <a:pt x="5763" y="11525"/>
                    <a:pt x="5763" y="11573"/>
                  </a:cubicBezTo>
                  <a:cubicBezTo>
                    <a:pt x="5763" y="11620"/>
                    <a:pt x="5799" y="11644"/>
                    <a:pt x="5835" y="11644"/>
                  </a:cubicBezTo>
                  <a:cubicBezTo>
                    <a:pt x="9049" y="11644"/>
                    <a:pt x="11657" y="9049"/>
                    <a:pt x="11657" y="5834"/>
                  </a:cubicBezTo>
                  <a:cubicBezTo>
                    <a:pt x="11657" y="2619"/>
                    <a:pt x="9049" y="12"/>
                    <a:pt x="5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4495350" y="1894713"/>
              <a:ext cx="546525" cy="640300"/>
            </a:xfrm>
            <a:custGeom>
              <a:avLst/>
              <a:gdLst/>
              <a:ahLst/>
              <a:cxnLst/>
              <a:rect l="l" t="t" r="r" b="b"/>
              <a:pathLst>
                <a:path w="21861" h="25612" extrusionOk="0">
                  <a:moveTo>
                    <a:pt x="12799" y="1"/>
                  </a:moveTo>
                  <a:cubicBezTo>
                    <a:pt x="9370" y="1"/>
                    <a:pt x="6156" y="1346"/>
                    <a:pt x="3751" y="3751"/>
                  </a:cubicBezTo>
                  <a:cubicBezTo>
                    <a:pt x="1322" y="6180"/>
                    <a:pt x="0" y="9383"/>
                    <a:pt x="0" y="12800"/>
                  </a:cubicBezTo>
                  <a:cubicBezTo>
                    <a:pt x="0" y="16229"/>
                    <a:pt x="1334" y="19444"/>
                    <a:pt x="3751" y="21849"/>
                  </a:cubicBezTo>
                  <a:cubicBezTo>
                    <a:pt x="6168" y="24278"/>
                    <a:pt x="9370" y="25611"/>
                    <a:pt x="12799" y="25611"/>
                  </a:cubicBezTo>
                  <a:cubicBezTo>
                    <a:pt x="16217" y="25611"/>
                    <a:pt x="19431" y="24266"/>
                    <a:pt x="21848" y="21849"/>
                  </a:cubicBezTo>
                  <a:cubicBezTo>
                    <a:pt x="21848" y="21837"/>
                    <a:pt x="21860" y="21813"/>
                    <a:pt x="21860" y="21789"/>
                  </a:cubicBezTo>
                  <a:cubicBezTo>
                    <a:pt x="21860" y="21772"/>
                    <a:pt x="21860" y="21761"/>
                    <a:pt x="21855" y="21761"/>
                  </a:cubicBezTo>
                  <a:cubicBezTo>
                    <a:pt x="21854" y="21761"/>
                    <a:pt x="21851" y="21762"/>
                    <a:pt x="21848" y="21766"/>
                  </a:cubicBezTo>
                  <a:cubicBezTo>
                    <a:pt x="21830" y="21748"/>
                    <a:pt x="21810" y="21739"/>
                    <a:pt x="21790" y="21739"/>
                  </a:cubicBezTo>
                  <a:cubicBezTo>
                    <a:pt x="21771" y="21739"/>
                    <a:pt x="21753" y="21748"/>
                    <a:pt x="21741" y="21766"/>
                  </a:cubicBezTo>
                  <a:cubicBezTo>
                    <a:pt x="19348" y="24159"/>
                    <a:pt x="16169" y="25468"/>
                    <a:pt x="12799" y="25468"/>
                  </a:cubicBezTo>
                  <a:cubicBezTo>
                    <a:pt x="9418" y="25468"/>
                    <a:pt x="6227" y="24147"/>
                    <a:pt x="3846" y="21766"/>
                  </a:cubicBezTo>
                  <a:cubicBezTo>
                    <a:pt x="1453" y="19372"/>
                    <a:pt x="143" y="16193"/>
                    <a:pt x="143" y="12824"/>
                  </a:cubicBezTo>
                  <a:cubicBezTo>
                    <a:pt x="143" y="9443"/>
                    <a:pt x="1465" y="6252"/>
                    <a:pt x="3846" y="3870"/>
                  </a:cubicBezTo>
                  <a:cubicBezTo>
                    <a:pt x="6251" y="1477"/>
                    <a:pt x="9418" y="168"/>
                    <a:pt x="12799" y="168"/>
                  </a:cubicBezTo>
                  <a:cubicBezTo>
                    <a:pt x="16169" y="168"/>
                    <a:pt x="19360" y="1489"/>
                    <a:pt x="21741" y="3870"/>
                  </a:cubicBezTo>
                  <a:cubicBezTo>
                    <a:pt x="21753" y="3888"/>
                    <a:pt x="21771" y="3897"/>
                    <a:pt x="21790" y="3897"/>
                  </a:cubicBezTo>
                  <a:cubicBezTo>
                    <a:pt x="21810" y="3897"/>
                    <a:pt x="21830" y="3888"/>
                    <a:pt x="21848" y="3870"/>
                  </a:cubicBezTo>
                  <a:cubicBezTo>
                    <a:pt x="21848" y="3859"/>
                    <a:pt x="21860" y="3835"/>
                    <a:pt x="21860" y="3811"/>
                  </a:cubicBezTo>
                  <a:cubicBezTo>
                    <a:pt x="21860" y="3787"/>
                    <a:pt x="21860" y="3775"/>
                    <a:pt x="21848" y="3751"/>
                  </a:cubicBezTo>
                  <a:cubicBezTo>
                    <a:pt x="19419" y="1334"/>
                    <a:pt x="16217" y="1"/>
                    <a:pt x="1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4611425" y="2011113"/>
              <a:ext cx="408125" cy="408100"/>
            </a:xfrm>
            <a:custGeom>
              <a:avLst/>
              <a:gdLst/>
              <a:ahLst/>
              <a:cxnLst/>
              <a:rect l="l" t="t" r="r" b="b"/>
              <a:pathLst>
                <a:path w="16325" h="16324" extrusionOk="0">
                  <a:moveTo>
                    <a:pt x="8168" y="0"/>
                  </a:moveTo>
                  <a:cubicBezTo>
                    <a:pt x="3656" y="0"/>
                    <a:pt x="1" y="3656"/>
                    <a:pt x="1" y="8168"/>
                  </a:cubicBezTo>
                  <a:cubicBezTo>
                    <a:pt x="1" y="8204"/>
                    <a:pt x="25" y="8239"/>
                    <a:pt x="72" y="8239"/>
                  </a:cubicBezTo>
                  <a:cubicBezTo>
                    <a:pt x="120" y="8239"/>
                    <a:pt x="144" y="8204"/>
                    <a:pt x="144" y="8168"/>
                  </a:cubicBezTo>
                  <a:cubicBezTo>
                    <a:pt x="144" y="3739"/>
                    <a:pt x="3727" y="155"/>
                    <a:pt x="8156" y="155"/>
                  </a:cubicBezTo>
                  <a:cubicBezTo>
                    <a:pt x="12574" y="155"/>
                    <a:pt x="16157" y="3739"/>
                    <a:pt x="16157" y="8168"/>
                  </a:cubicBezTo>
                  <a:cubicBezTo>
                    <a:pt x="16157" y="12585"/>
                    <a:pt x="12574" y="16169"/>
                    <a:pt x="8156" y="16169"/>
                  </a:cubicBezTo>
                  <a:cubicBezTo>
                    <a:pt x="8109" y="16169"/>
                    <a:pt x="8073" y="16205"/>
                    <a:pt x="8073" y="16240"/>
                  </a:cubicBezTo>
                  <a:cubicBezTo>
                    <a:pt x="8073" y="16288"/>
                    <a:pt x="8109" y="16324"/>
                    <a:pt x="8156" y="16324"/>
                  </a:cubicBezTo>
                  <a:cubicBezTo>
                    <a:pt x="12657" y="16324"/>
                    <a:pt x="16324" y="12657"/>
                    <a:pt x="16324" y="8156"/>
                  </a:cubicBezTo>
                  <a:cubicBezTo>
                    <a:pt x="16324" y="3644"/>
                    <a:pt x="12681" y="0"/>
                    <a:pt x="8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4557250" y="1963213"/>
              <a:ext cx="490875" cy="503000"/>
            </a:xfrm>
            <a:custGeom>
              <a:avLst/>
              <a:gdLst/>
              <a:ahLst/>
              <a:cxnLst/>
              <a:rect l="l" t="t" r="r" b="b"/>
              <a:pathLst>
                <a:path w="19635" h="20120" extrusionOk="0">
                  <a:moveTo>
                    <a:pt x="10345" y="1"/>
                  </a:moveTo>
                  <a:cubicBezTo>
                    <a:pt x="9033" y="1"/>
                    <a:pt x="7721" y="263"/>
                    <a:pt x="6466" y="785"/>
                  </a:cubicBezTo>
                  <a:cubicBezTo>
                    <a:pt x="3977" y="1809"/>
                    <a:pt x="2061" y="3738"/>
                    <a:pt x="1037" y="6226"/>
                  </a:cubicBezTo>
                  <a:cubicBezTo>
                    <a:pt x="1" y="8715"/>
                    <a:pt x="25" y="11441"/>
                    <a:pt x="1049" y="13918"/>
                  </a:cubicBezTo>
                  <a:cubicBezTo>
                    <a:pt x="2072" y="16406"/>
                    <a:pt x="4025" y="18323"/>
                    <a:pt x="6513" y="19359"/>
                  </a:cubicBezTo>
                  <a:cubicBezTo>
                    <a:pt x="7741" y="19866"/>
                    <a:pt x="9030" y="20119"/>
                    <a:pt x="10321" y="20119"/>
                  </a:cubicBezTo>
                  <a:cubicBezTo>
                    <a:pt x="11634" y="20119"/>
                    <a:pt x="12950" y="19858"/>
                    <a:pt x="14205" y="19335"/>
                  </a:cubicBezTo>
                  <a:cubicBezTo>
                    <a:pt x="16670" y="18311"/>
                    <a:pt x="18598" y="16394"/>
                    <a:pt x="19622" y="13918"/>
                  </a:cubicBezTo>
                  <a:cubicBezTo>
                    <a:pt x="19634" y="13894"/>
                    <a:pt x="19622" y="13882"/>
                    <a:pt x="19622" y="13858"/>
                  </a:cubicBezTo>
                  <a:cubicBezTo>
                    <a:pt x="19610" y="13834"/>
                    <a:pt x="19587" y="13823"/>
                    <a:pt x="19575" y="13823"/>
                  </a:cubicBezTo>
                  <a:lnTo>
                    <a:pt x="19515" y="13823"/>
                  </a:lnTo>
                  <a:cubicBezTo>
                    <a:pt x="19491" y="13834"/>
                    <a:pt x="19467" y="13846"/>
                    <a:pt x="19467" y="13858"/>
                  </a:cubicBezTo>
                  <a:cubicBezTo>
                    <a:pt x="18455" y="16287"/>
                    <a:pt x="16550" y="18192"/>
                    <a:pt x="14133" y="19204"/>
                  </a:cubicBezTo>
                  <a:cubicBezTo>
                    <a:pt x="12910" y="19718"/>
                    <a:pt x="11617" y="19974"/>
                    <a:pt x="10324" y="19974"/>
                  </a:cubicBezTo>
                  <a:cubicBezTo>
                    <a:pt x="9039" y="19974"/>
                    <a:pt x="7754" y="19721"/>
                    <a:pt x="6537" y="19216"/>
                  </a:cubicBezTo>
                  <a:cubicBezTo>
                    <a:pt x="4097" y="18204"/>
                    <a:pt x="2180" y="16299"/>
                    <a:pt x="1168" y="13858"/>
                  </a:cubicBezTo>
                  <a:cubicBezTo>
                    <a:pt x="144" y="11417"/>
                    <a:pt x="144" y="8715"/>
                    <a:pt x="1156" y="6274"/>
                  </a:cubicBezTo>
                  <a:cubicBezTo>
                    <a:pt x="2168" y="3833"/>
                    <a:pt x="4073" y="1916"/>
                    <a:pt x="6513" y="904"/>
                  </a:cubicBezTo>
                  <a:cubicBezTo>
                    <a:pt x="7741" y="383"/>
                    <a:pt x="9035" y="124"/>
                    <a:pt x="10328" y="124"/>
                  </a:cubicBezTo>
                  <a:cubicBezTo>
                    <a:pt x="11606" y="124"/>
                    <a:pt x="12884" y="377"/>
                    <a:pt x="14098" y="880"/>
                  </a:cubicBezTo>
                  <a:cubicBezTo>
                    <a:pt x="16539" y="1892"/>
                    <a:pt x="18455" y="3797"/>
                    <a:pt x="19467" y="6238"/>
                  </a:cubicBezTo>
                  <a:cubicBezTo>
                    <a:pt x="19477" y="6275"/>
                    <a:pt x="19507" y="6290"/>
                    <a:pt x="19536" y="6290"/>
                  </a:cubicBezTo>
                  <a:cubicBezTo>
                    <a:pt x="19545" y="6290"/>
                    <a:pt x="19554" y="6289"/>
                    <a:pt x="19563" y="6286"/>
                  </a:cubicBezTo>
                  <a:cubicBezTo>
                    <a:pt x="19598" y="6274"/>
                    <a:pt x="19622" y="6226"/>
                    <a:pt x="19598" y="6203"/>
                  </a:cubicBezTo>
                  <a:cubicBezTo>
                    <a:pt x="18575" y="3714"/>
                    <a:pt x="16646" y="1785"/>
                    <a:pt x="14157" y="761"/>
                  </a:cubicBezTo>
                  <a:cubicBezTo>
                    <a:pt x="12924" y="254"/>
                    <a:pt x="11635" y="1"/>
                    <a:pt x="10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1"/>
          <p:cNvSpPr txBox="1">
            <a:spLocks noGrp="1"/>
          </p:cNvSpPr>
          <p:nvPr>
            <p:ph type="ctrTitle"/>
          </p:nvPr>
        </p:nvSpPr>
        <p:spPr>
          <a:xfrm>
            <a:off x="2918300" y="540000"/>
            <a:ext cx="3307500" cy="10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966" name="Google Shape;966;p21"/>
          <p:cNvSpPr txBox="1">
            <a:spLocks noGrp="1"/>
          </p:cNvSpPr>
          <p:nvPr>
            <p:ph type="subTitle" idx="1"/>
          </p:nvPr>
        </p:nvSpPr>
        <p:spPr>
          <a:xfrm>
            <a:off x="2918200" y="1676300"/>
            <a:ext cx="33075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7" name="Google Shape;967;p21"/>
          <p:cNvSpPr txBox="1">
            <a:spLocks noGrp="1"/>
          </p:cNvSpPr>
          <p:nvPr>
            <p:ph type="subTitle" idx="2"/>
          </p:nvPr>
        </p:nvSpPr>
        <p:spPr>
          <a:xfrm>
            <a:off x="2918200" y="2080833"/>
            <a:ext cx="33075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8" name="Google Shape;968;p21"/>
          <p:cNvSpPr txBox="1"/>
          <p:nvPr/>
        </p:nvSpPr>
        <p:spPr>
          <a:xfrm>
            <a:off x="1702675" y="3536525"/>
            <a:ext cx="573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9" name="Google Shape;969;p21"/>
          <p:cNvSpPr/>
          <p:nvPr/>
        </p:nvSpPr>
        <p:spPr>
          <a:xfrm rot="-9899986">
            <a:off x="7763302" y="2137980"/>
            <a:ext cx="3365104" cy="3705151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1"/>
          <p:cNvSpPr/>
          <p:nvPr/>
        </p:nvSpPr>
        <p:spPr>
          <a:xfrm rot="3600027" flipH="1">
            <a:off x="-1547130" y="780284"/>
            <a:ext cx="4131850" cy="2603746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1" name="Google Shape;971;p21"/>
          <p:cNvGrpSpPr/>
          <p:nvPr/>
        </p:nvGrpSpPr>
        <p:grpSpPr>
          <a:xfrm rot="10800000" flipH="1">
            <a:off x="4345700" y="4832766"/>
            <a:ext cx="194400" cy="112209"/>
            <a:chOff x="265900" y="3852516"/>
            <a:chExt cx="194400" cy="112209"/>
          </a:xfrm>
        </p:grpSpPr>
        <p:sp>
          <p:nvSpPr>
            <p:cNvPr id="972" name="Google Shape;972;p21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4" name="Google Shape;974;p21"/>
          <p:cNvSpPr/>
          <p:nvPr/>
        </p:nvSpPr>
        <p:spPr>
          <a:xfrm rot="435267">
            <a:off x="7414497" y="-474140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5" name="Google Shape;975;p21"/>
          <p:cNvGrpSpPr/>
          <p:nvPr/>
        </p:nvGrpSpPr>
        <p:grpSpPr>
          <a:xfrm>
            <a:off x="8650138" y="4120884"/>
            <a:ext cx="361129" cy="3106418"/>
            <a:chOff x="6317900" y="1197313"/>
            <a:chExt cx="180700" cy="1554375"/>
          </a:xfrm>
        </p:grpSpPr>
        <p:sp>
          <p:nvSpPr>
            <p:cNvPr id="976" name="Google Shape;976;p21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1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1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82" name="Google Shape;982;p21"/>
          <p:cNvCxnSpPr/>
          <p:nvPr/>
        </p:nvCxnSpPr>
        <p:spPr>
          <a:xfrm rot="436104" flipH="1">
            <a:off x="7939026" y="-138003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3" name="Google Shape;983;p21"/>
          <p:cNvSpPr/>
          <p:nvPr/>
        </p:nvSpPr>
        <p:spPr>
          <a:xfrm rot="435267">
            <a:off x="751009" y="4682185"/>
            <a:ext cx="1244549" cy="1240425"/>
          </a:xfrm>
          <a:custGeom>
            <a:avLst/>
            <a:gdLst/>
            <a:ahLst/>
            <a:cxnLst/>
            <a:rect l="l" t="t" r="r" b="b"/>
            <a:pathLst>
              <a:path w="28969" h="28873" extrusionOk="0">
                <a:moveTo>
                  <a:pt x="27814" y="0"/>
                </a:moveTo>
                <a:cubicBezTo>
                  <a:pt x="28075" y="0"/>
                  <a:pt x="28349" y="107"/>
                  <a:pt x="28552" y="310"/>
                </a:cubicBezTo>
                <a:cubicBezTo>
                  <a:pt x="28968" y="727"/>
                  <a:pt x="28968" y="1381"/>
                  <a:pt x="28552" y="1798"/>
                </a:cubicBezTo>
                <a:lnTo>
                  <a:pt x="1906" y="28456"/>
                </a:lnTo>
                <a:cubicBezTo>
                  <a:pt x="1489" y="28873"/>
                  <a:pt x="834" y="28873"/>
                  <a:pt x="417" y="28456"/>
                </a:cubicBezTo>
                <a:cubicBezTo>
                  <a:pt x="1" y="28039"/>
                  <a:pt x="1" y="27385"/>
                  <a:pt x="417" y="26968"/>
                </a:cubicBezTo>
                <a:lnTo>
                  <a:pt x="27063" y="310"/>
                </a:lnTo>
                <a:cubicBezTo>
                  <a:pt x="27278" y="107"/>
                  <a:pt x="27552" y="0"/>
                  <a:pt x="27814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84" name="Google Shape;984;p21"/>
          <p:cNvCxnSpPr/>
          <p:nvPr/>
        </p:nvCxnSpPr>
        <p:spPr>
          <a:xfrm rot="436104" flipH="1">
            <a:off x="789539" y="4875122"/>
            <a:ext cx="713735" cy="70071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85" name="Google Shape;985;p21"/>
          <p:cNvGrpSpPr/>
          <p:nvPr/>
        </p:nvGrpSpPr>
        <p:grpSpPr>
          <a:xfrm rot="10800000">
            <a:off x="154663" y="-1652004"/>
            <a:ext cx="361129" cy="3106418"/>
            <a:chOff x="6317900" y="1197313"/>
            <a:chExt cx="180700" cy="1554375"/>
          </a:xfrm>
        </p:grpSpPr>
        <p:sp>
          <p:nvSpPr>
            <p:cNvPr id="986" name="Google Shape;986;p21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2"/>
          <p:cNvSpPr/>
          <p:nvPr/>
        </p:nvSpPr>
        <p:spPr>
          <a:xfrm rot="-1799972">
            <a:off x="-2090395" y="-155613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2"/>
          <p:cNvSpPr/>
          <p:nvPr/>
        </p:nvSpPr>
        <p:spPr>
          <a:xfrm rot="9000028">
            <a:off x="7870761" y="2012568"/>
            <a:ext cx="3365100" cy="3705147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22"/>
          <p:cNvGrpSpPr/>
          <p:nvPr/>
        </p:nvGrpSpPr>
        <p:grpSpPr>
          <a:xfrm>
            <a:off x="247775" y="4241825"/>
            <a:ext cx="315575" cy="366750"/>
            <a:chOff x="8558925" y="4522650"/>
            <a:chExt cx="315575" cy="366750"/>
          </a:xfrm>
        </p:grpSpPr>
        <p:grpSp>
          <p:nvGrpSpPr>
            <p:cNvPr id="996" name="Google Shape;996;p22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997" name="Google Shape;997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9" name="Google Shape;999;p22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000" name="Google Shape;1000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2" name="Google Shape;1002;p22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003" name="Google Shape;1003;p22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5" name="Google Shape;1005;p22"/>
          <p:cNvGrpSpPr/>
          <p:nvPr/>
        </p:nvGrpSpPr>
        <p:grpSpPr>
          <a:xfrm flipH="1">
            <a:off x="8729625" y="951866"/>
            <a:ext cx="194400" cy="112209"/>
            <a:chOff x="265900" y="3852516"/>
            <a:chExt cx="194400" cy="112209"/>
          </a:xfrm>
        </p:grpSpPr>
        <p:sp>
          <p:nvSpPr>
            <p:cNvPr id="1006" name="Google Shape;1006;p22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2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2"/>
          <p:cNvGrpSpPr/>
          <p:nvPr/>
        </p:nvGrpSpPr>
        <p:grpSpPr>
          <a:xfrm>
            <a:off x="-763675" y="-500525"/>
            <a:ext cx="1476900" cy="1476900"/>
            <a:chOff x="8632950" y="-311150"/>
            <a:chExt cx="1476900" cy="1476900"/>
          </a:xfrm>
        </p:grpSpPr>
        <p:sp>
          <p:nvSpPr>
            <p:cNvPr id="1009" name="Google Shape;1009;p22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011;p22"/>
          <p:cNvGrpSpPr/>
          <p:nvPr/>
        </p:nvGrpSpPr>
        <p:grpSpPr>
          <a:xfrm>
            <a:off x="8430775" y="4167100"/>
            <a:ext cx="1476900" cy="1476900"/>
            <a:chOff x="8632950" y="-311150"/>
            <a:chExt cx="1476900" cy="1476900"/>
          </a:xfrm>
        </p:grpSpPr>
        <p:sp>
          <p:nvSpPr>
            <p:cNvPr id="1012" name="Google Shape;1012;p22"/>
            <p:cNvSpPr/>
            <p:nvPr/>
          </p:nvSpPr>
          <p:spPr>
            <a:xfrm>
              <a:off x="8763750" y="-180350"/>
              <a:ext cx="1215300" cy="1215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8632950" y="-311150"/>
              <a:ext cx="1476900" cy="1476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22"/>
          <p:cNvGrpSpPr/>
          <p:nvPr/>
        </p:nvGrpSpPr>
        <p:grpSpPr>
          <a:xfrm>
            <a:off x="3529283" y="4464921"/>
            <a:ext cx="1540684" cy="1387652"/>
            <a:chOff x="3632834" y="4464921"/>
            <a:chExt cx="1540684" cy="1387652"/>
          </a:xfrm>
        </p:grpSpPr>
        <p:sp>
          <p:nvSpPr>
            <p:cNvPr id="1015" name="Google Shape;1015;p22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6" name="Google Shape;1016;p22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3"/>
          <p:cNvSpPr/>
          <p:nvPr/>
        </p:nvSpPr>
        <p:spPr>
          <a:xfrm rot="9900003">
            <a:off x="-1712038" y="-1039067"/>
            <a:ext cx="4319015" cy="2721691"/>
          </a:xfrm>
          <a:custGeom>
            <a:avLst/>
            <a:gdLst/>
            <a:ahLst/>
            <a:cxnLst/>
            <a:rect l="l" t="t" r="r" b="b"/>
            <a:pathLst>
              <a:path w="34756" h="21902" extrusionOk="0">
                <a:moveTo>
                  <a:pt x="20385" y="1"/>
                </a:moveTo>
                <a:cubicBezTo>
                  <a:pt x="18425" y="1"/>
                  <a:pt x="17263" y="741"/>
                  <a:pt x="16955" y="953"/>
                </a:cubicBezTo>
                <a:cubicBezTo>
                  <a:pt x="16205" y="1441"/>
                  <a:pt x="15717" y="2287"/>
                  <a:pt x="15622" y="3180"/>
                </a:cubicBezTo>
                <a:cubicBezTo>
                  <a:pt x="15586" y="3692"/>
                  <a:pt x="15658" y="4239"/>
                  <a:pt x="15431" y="4692"/>
                </a:cubicBezTo>
                <a:cubicBezTo>
                  <a:pt x="15152" y="5229"/>
                  <a:pt x="14504" y="5493"/>
                  <a:pt x="13883" y="5493"/>
                </a:cubicBezTo>
                <a:cubicBezTo>
                  <a:pt x="13843" y="5493"/>
                  <a:pt x="13804" y="5492"/>
                  <a:pt x="13765" y="5489"/>
                </a:cubicBezTo>
                <a:cubicBezTo>
                  <a:pt x="13110" y="5466"/>
                  <a:pt x="12503" y="5239"/>
                  <a:pt x="11860" y="5085"/>
                </a:cubicBezTo>
                <a:cubicBezTo>
                  <a:pt x="11583" y="5028"/>
                  <a:pt x="11298" y="4988"/>
                  <a:pt x="11019" y="4988"/>
                </a:cubicBezTo>
                <a:cubicBezTo>
                  <a:pt x="10647" y="4988"/>
                  <a:pt x="10286" y="5060"/>
                  <a:pt x="9967" y="5263"/>
                </a:cubicBezTo>
                <a:cubicBezTo>
                  <a:pt x="9252" y="5728"/>
                  <a:pt x="9038" y="6716"/>
                  <a:pt x="9181" y="7549"/>
                </a:cubicBezTo>
                <a:cubicBezTo>
                  <a:pt x="9335" y="8383"/>
                  <a:pt x="9776" y="9133"/>
                  <a:pt x="10133" y="9907"/>
                </a:cubicBezTo>
                <a:cubicBezTo>
                  <a:pt x="10490" y="10681"/>
                  <a:pt x="10788" y="11550"/>
                  <a:pt x="10586" y="12383"/>
                </a:cubicBezTo>
                <a:cubicBezTo>
                  <a:pt x="10431" y="13002"/>
                  <a:pt x="10014" y="13562"/>
                  <a:pt x="9455" y="13860"/>
                </a:cubicBezTo>
                <a:cubicBezTo>
                  <a:pt x="9053" y="14069"/>
                  <a:pt x="8619" y="14150"/>
                  <a:pt x="8171" y="14150"/>
                </a:cubicBezTo>
                <a:cubicBezTo>
                  <a:pt x="7422" y="14150"/>
                  <a:pt x="6636" y="13924"/>
                  <a:pt x="5906" y="13693"/>
                </a:cubicBezTo>
                <a:cubicBezTo>
                  <a:pt x="5121" y="13443"/>
                  <a:pt x="4335" y="13205"/>
                  <a:pt x="3501" y="13145"/>
                </a:cubicBezTo>
                <a:cubicBezTo>
                  <a:pt x="3391" y="13137"/>
                  <a:pt x="3280" y="13133"/>
                  <a:pt x="3168" y="13133"/>
                </a:cubicBezTo>
                <a:cubicBezTo>
                  <a:pt x="2450" y="13133"/>
                  <a:pt x="1721" y="13304"/>
                  <a:pt x="1144" y="13717"/>
                </a:cubicBezTo>
                <a:cubicBezTo>
                  <a:pt x="537" y="14169"/>
                  <a:pt x="120" y="14943"/>
                  <a:pt x="191" y="15681"/>
                </a:cubicBezTo>
                <a:cubicBezTo>
                  <a:pt x="1" y="16991"/>
                  <a:pt x="477" y="18598"/>
                  <a:pt x="1084" y="19491"/>
                </a:cubicBezTo>
                <a:cubicBezTo>
                  <a:pt x="2073" y="20956"/>
                  <a:pt x="3740" y="21813"/>
                  <a:pt x="5430" y="21896"/>
                </a:cubicBezTo>
                <a:cubicBezTo>
                  <a:pt x="5519" y="21900"/>
                  <a:pt x="5607" y="21902"/>
                  <a:pt x="5695" y="21902"/>
                </a:cubicBezTo>
                <a:cubicBezTo>
                  <a:pt x="8342" y="21902"/>
                  <a:pt x="10769" y="20217"/>
                  <a:pt x="13419" y="19836"/>
                </a:cubicBezTo>
                <a:cubicBezTo>
                  <a:pt x="13826" y="19779"/>
                  <a:pt x="14231" y="19753"/>
                  <a:pt x="14637" y="19753"/>
                </a:cubicBezTo>
                <a:cubicBezTo>
                  <a:pt x="17083" y="19753"/>
                  <a:pt x="19515" y="20683"/>
                  <a:pt x="21956" y="21122"/>
                </a:cubicBezTo>
                <a:cubicBezTo>
                  <a:pt x="23037" y="21312"/>
                  <a:pt x="24137" y="21408"/>
                  <a:pt x="25238" y="21408"/>
                </a:cubicBezTo>
                <a:cubicBezTo>
                  <a:pt x="26212" y="21408"/>
                  <a:pt x="27186" y="21333"/>
                  <a:pt x="28147" y="21182"/>
                </a:cubicBezTo>
                <a:cubicBezTo>
                  <a:pt x="29481" y="20968"/>
                  <a:pt x="30826" y="20598"/>
                  <a:pt x="31981" y="19848"/>
                </a:cubicBezTo>
                <a:cubicBezTo>
                  <a:pt x="33124" y="19110"/>
                  <a:pt x="34077" y="17931"/>
                  <a:pt x="34362" y="16538"/>
                </a:cubicBezTo>
                <a:cubicBezTo>
                  <a:pt x="34755" y="14800"/>
                  <a:pt x="33993" y="12931"/>
                  <a:pt x="32791" y="11669"/>
                </a:cubicBezTo>
                <a:cubicBezTo>
                  <a:pt x="31576" y="10383"/>
                  <a:pt x="29969" y="9609"/>
                  <a:pt x="28362" y="9002"/>
                </a:cubicBezTo>
                <a:cubicBezTo>
                  <a:pt x="27373" y="8633"/>
                  <a:pt x="26361" y="8311"/>
                  <a:pt x="25468" y="7728"/>
                </a:cubicBezTo>
                <a:cubicBezTo>
                  <a:pt x="24575" y="7144"/>
                  <a:pt x="23802" y="6251"/>
                  <a:pt x="23635" y="5144"/>
                </a:cubicBezTo>
                <a:cubicBezTo>
                  <a:pt x="23504" y="4335"/>
                  <a:pt x="23718" y="3489"/>
                  <a:pt x="23563" y="2680"/>
                </a:cubicBezTo>
                <a:cubicBezTo>
                  <a:pt x="23278" y="1203"/>
                  <a:pt x="21861" y="13"/>
                  <a:pt x="20432" y="1"/>
                </a:cubicBezTo>
                <a:cubicBezTo>
                  <a:pt x="20416" y="1"/>
                  <a:pt x="20401" y="1"/>
                  <a:pt x="20385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50000">
                <a:schemeClr val="dk2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3"/>
          <p:cNvSpPr/>
          <p:nvPr/>
        </p:nvSpPr>
        <p:spPr>
          <a:xfrm rot="5400000">
            <a:off x="7353835" y="-1492291"/>
            <a:ext cx="2790574" cy="3072505"/>
          </a:xfrm>
          <a:custGeom>
            <a:avLst/>
            <a:gdLst/>
            <a:ahLst/>
            <a:cxnLst/>
            <a:rect l="l" t="t" r="r" b="b"/>
            <a:pathLst>
              <a:path w="21504" h="23677" extrusionOk="0">
                <a:moveTo>
                  <a:pt x="13115" y="0"/>
                </a:moveTo>
                <a:cubicBezTo>
                  <a:pt x="11311" y="0"/>
                  <a:pt x="9515" y="452"/>
                  <a:pt x="7931" y="1391"/>
                </a:cubicBezTo>
                <a:cubicBezTo>
                  <a:pt x="6621" y="2165"/>
                  <a:pt x="5454" y="3296"/>
                  <a:pt x="4966" y="4736"/>
                </a:cubicBezTo>
                <a:cubicBezTo>
                  <a:pt x="4442" y="6272"/>
                  <a:pt x="4728" y="7951"/>
                  <a:pt x="4502" y="9558"/>
                </a:cubicBezTo>
                <a:cubicBezTo>
                  <a:pt x="4275" y="11154"/>
                  <a:pt x="3549" y="12666"/>
                  <a:pt x="2442" y="13833"/>
                </a:cubicBezTo>
                <a:cubicBezTo>
                  <a:pt x="1739" y="14559"/>
                  <a:pt x="894" y="15178"/>
                  <a:pt x="453" y="16083"/>
                </a:cubicBezTo>
                <a:cubicBezTo>
                  <a:pt x="1" y="17047"/>
                  <a:pt x="108" y="18178"/>
                  <a:pt x="358" y="19238"/>
                </a:cubicBezTo>
                <a:cubicBezTo>
                  <a:pt x="549" y="20072"/>
                  <a:pt x="811" y="20917"/>
                  <a:pt x="1346" y="21584"/>
                </a:cubicBezTo>
                <a:cubicBezTo>
                  <a:pt x="2192" y="22655"/>
                  <a:pt x="3561" y="23155"/>
                  <a:pt x="4906" y="23405"/>
                </a:cubicBezTo>
                <a:cubicBezTo>
                  <a:pt x="5844" y="23582"/>
                  <a:pt x="6797" y="23677"/>
                  <a:pt x="7760" y="23677"/>
                </a:cubicBezTo>
                <a:cubicBezTo>
                  <a:pt x="8228" y="23677"/>
                  <a:pt x="8698" y="23654"/>
                  <a:pt x="9169" y="23608"/>
                </a:cubicBezTo>
                <a:cubicBezTo>
                  <a:pt x="10395" y="23489"/>
                  <a:pt x="11705" y="23179"/>
                  <a:pt x="12503" y="22227"/>
                </a:cubicBezTo>
                <a:cubicBezTo>
                  <a:pt x="13372" y="21155"/>
                  <a:pt x="13348" y="19607"/>
                  <a:pt x="13967" y="18357"/>
                </a:cubicBezTo>
                <a:cubicBezTo>
                  <a:pt x="14431" y="17416"/>
                  <a:pt x="15277" y="16690"/>
                  <a:pt x="16265" y="16369"/>
                </a:cubicBezTo>
                <a:cubicBezTo>
                  <a:pt x="17063" y="16095"/>
                  <a:pt x="17932" y="16095"/>
                  <a:pt x="18765" y="15964"/>
                </a:cubicBezTo>
                <a:cubicBezTo>
                  <a:pt x="19599" y="15833"/>
                  <a:pt x="20468" y="15511"/>
                  <a:pt x="20968" y="14833"/>
                </a:cubicBezTo>
                <a:cubicBezTo>
                  <a:pt x="21456" y="14130"/>
                  <a:pt x="21456" y="13166"/>
                  <a:pt x="21135" y="12380"/>
                </a:cubicBezTo>
                <a:cubicBezTo>
                  <a:pt x="20801" y="11582"/>
                  <a:pt x="20194" y="10951"/>
                  <a:pt x="19539" y="10380"/>
                </a:cubicBezTo>
                <a:cubicBezTo>
                  <a:pt x="19087" y="9999"/>
                  <a:pt x="18610" y="9642"/>
                  <a:pt x="18253" y="9165"/>
                </a:cubicBezTo>
                <a:cubicBezTo>
                  <a:pt x="17896" y="8689"/>
                  <a:pt x="17694" y="8070"/>
                  <a:pt x="17860" y="7499"/>
                </a:cubicBezTo>
                <a:cubicBezTo>
                  <a:pt x="18170" y="6439"/>
                  <a:pt x="19563" y="6106"/>
                  <a:pt x="20111" y="5153"/>
                </a:cubicBezTo>
                <a:cubicBezTo>
                  <a:pt x="21504" y="2819"/>
                  <a:pt x="18313" y="1153"/>
                  <a:pt x="16646" y="581"/>
                </a:cubicBezTo>
                <a:cubicBezTo>
                  <a:pt x="15504" y="197"/>
                  <a:pt x="14308" y="0"/>
                  <a:pt x="13115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0" name="Google Shape;1020;p23"/>
          <p:cNvGrpSpPr/>
          <p:nvPr/>
        </p:nvGrpSpPr>
        <p:grpSpPr>
          <a:xfrm>
            <a:off x="-827467" y="4151471"/>
            <a:ext cx="1540684" cy="1387652"/>
            <a:chOff x="3632834" y="4464921"/>
            <a:chExt cx="1540684" cy="1387652"/>
          </a:xfrm>
        </p:grpSpPr>
        <p:sp>
          <p:nvSpPr>
            <p:cNvPr id="1021" name="Google Shape;1021;p2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2" name="Google Shape;1022;p2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3" name="Google Shape;1023;p23"/>
          <p:cNvGrpSpPr/>
          <p:nvPr/>
        </p:nvGrpSpPr>
        <p:grpSpPr>
          <a:xfrm>
            <a:off x="7893908" y="4151471"/>
            <a:ext cx="1540684" cy="1387652"/>
            <a:chOff x="3632834" y="4464921"/>
            <a:chExt cx="1540684" cy="1387652"/>
          </a:xfrm>
        </p:grpSpPr>
        <p:sp>
          <p:nvSpPr>
            <p:cNvPr id="1024" name="Google Shape;1024;p23"/>
            <p:cNvSpPr/>
            <p:nvPr/>
          </p:nvSpPr>
          <p:spPr>
            <a:xfrm rot="435267">
              <a:off x="3706171" y="4538535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2"/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5" name="Google Shape;1025;p23"/>
            <p:cNvCxnSpPr/>
            <p:nvPr/>
          </p:nvCxnSpPr>
          <p:spPr>
            <a:xfrm rot="436104" flipH="1">
              <a:off x="4418401" y="468547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6" name="Google Shape;1026;p23"/>
          <p:cNvGrpSpPr/>
          <p:nvPr/>
        </p:nvGrpSpPr>
        <p:grpSpPr>
          <a:xfrm rot="10800000" flipH="1">
            <a:off x="8625038" y="-1089991"/>
            <a:ext cx="361129" cy="3106418"/>
            <a:chOff x="6317900" y="1197313"/>
            <a:chExt cx="180700" cy="1554375"/>
          </a:xfrm>
        </p:grpSpPr>
        <p:sp>
          <p:nvSpPr>
            <p:cNvPr id="1027" name="Google Shape;1027;p2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23"/>
          <p:cNvGrpSpPr/>
          <p:nvPr/>
        </p:nvGrpSpPr>
        <p:grpSpPr>
          <a:xfrm rot="10800000">
            <a:off x="157813" y="-1894141"/>
            <a:ext cx="361129" cy="3106418"/>
            <a:chOff x="6317900" y="1197313"/>
            <a:chExt cx="180700" cy="1554375"/>
          </a:xfrm>
        </p:grpSpPr>
        <p:sp>
          <p:nvSpPr>
            <p:cNvPr id="1034" name="Google Shape;1034;p23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23"/>
          <p:cNvGrpSpPr/>
          <p:nvPr/>
        </p:nvGrpSpPr>
        <p:grpSpPr>
          <a:xfrm rot="-5400000">
            <a:off x="8647825" y="2989950"/>
            <a:ext cx="315575" cy="366750"/>
            <a:chOff x="8558925" y="4522650"/>
            <a:chExt cx="315575" cy="366750"/>
          </a:xfrm>
        </p:grpSpPr>
        <p:grpSp>
          <p:nvGrpSpPr>
            <p:cNvPr id="1041" name="Google Shape;1041;p2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042" name="Google Shape;1042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4" name="Google Shape;1044;p2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045" name="Google Shape;1045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7" name="Google Shape;1047;p2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048" name="Google Shape;1048;p2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23"/>
          <p:cNvGrpSpPr/>
          <p:nvPr/>
        </p:nvGrpSpPr>
        <p:grpSpPr>
          <a:xfrm rot="10800000" flipH="1">
            <a:off x="208200" y="3117216"/>
            <a:ext cx="194400" cy="112209"/>
            <a:chOff x="265900" y="3852516"/>
            <a:chExt cx="194400" cy="112209"/>
          </a:xfrm>
        </p:grpSpPr>
        <p:sp>
          <p:nvSpPr>
            <p:cNvPr id="1051" name="Google Shape;1051;p23"/>
            <p:cNvSpPr/>
            <p:nvPr/>
          </p:nvSpPr>
          <p:spPr>
            <a:xfrm rot="-5400000">
              <a:off x="258400" y="3860025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 rot="-5400000">
              <a:off x="355600" y="3860016"/>
              <a:ext cx="112200" cy="972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Condensed SemiBold"/>
              <a:buNone/>
              <a:defRPr sz="240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2" r:id="rId11"/>
    <p:sldLayoutId id="2147483664" r:id="rId12"/>
    <p:sldLayoutId id="2147483667" r:id="rId13"/>
    <p:sldLayoutId id="2147483668" r:id="rId14"/>
    <p:sldLayoutId id="214748366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7"/>
          <p:cNvSpPr txBox="1">
            <a:spLocks noGrp="1"/>
          </p:cNvSpPr>
          <p:nvPr>
            <p:ph type="ctrTitle"/>
          </p:nvPr>
        </p:nvSpPr>
        <p:spPr>
          <a:xfrm>
            <a:off x="609600" y="1603974"/>
            <a:ext cx="7924800" cy="15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GIT PUSH FORCE </a:t>
            </a:r>
            <a:br>
              <a:rPr lang="en" dirty="0"/>
            </a:br>
            <a:r>
              <a:rPr lang="en-US" sz="4000" b="0" dirty="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Group Expense Tracking Platform</a:t>
            </a:r>
            <a:endParaRPr dirty="0"/>
          </a:p>
        </p:txBody>
      </p:sp>
      <p:sp>
        <p:nvSpPr>
          <p:cNvPr id="1064" name="Google Shape;1064;p27"/>
          <p:cNvSpPr txBox="1">
            <a:spLocks noGrp="1"/>
          </p:cNvSpPr>
          <p:nvPr>
            <p:ph type="subTitle" idx="1"/>
          </p:nvPr>
        </p:nvSpPr>
        <p:spPr>
          <a:xfrm>
            <a:off x="2125800" y="3428332"/>
            <a:ext cx="48924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Full-Stack | Cloud | AI Ready </a:t>
            </a:r>
            <a:endParaRPr dirty="0"/>
          </a:p>
        </p:txBody>
      </p:sp>
      <p:grpSp>
        <p:nvGrpSpPr>
          <p:cNvPr id="1065" name="Google Shape;1065;p27"/>
          <p:cNvGrpSpPr/>
          <p:nvPr/>
        </p:nvGrpSpPr>
        <p:grpSpPr>
          <a:xfrm>
            <a:off x="1117899" y="676118"/>
            <a:ext cx="438754" cy="772904"/>
            <a:chOff x="4950175" y="2998438"/>
            <a:chExt cx="88725" cy="156300"/>
          </a:xfrm>
        </p:grpSpPr>
        <p:sp>
          <p:nvSpPr>
            <p:cNvPr id="1066" name="Google Shape;1066;p27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7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7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7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7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7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7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7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7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7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7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7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7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7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7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7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7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7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7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7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7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7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7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7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7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2" name="Google Shape;1102;p27"/>
          <p:cNvCxnSpPr/>
          <p:nvPr/>
        </p:nvCxnSpPr>
        <p:spPr>
          <a:xfrm>
            <a:off x="3964350" y="330212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3" name="Google Shape;1103;p27"/>
          <p:cNvGrpSpPr/>
          <p:nvPr/>
        </p:nvGrpSpPr>
        <p:grpSpPr>
          <a:xfrm>
            <a:off x="6143125" y="4405925"/>
            <a:ext cx="315575" cy="366750"/>
            <a:chOff x="6143125" y="4405925"/>
            <a:chExt cx="315575" cy="366750"/>
          </a:xfrm>
        </p:grpSpPr>
        <p:grpSp>
          <p:nvGrpSpPr>
            <p:cNvPr id="1104" name="Google Shape;1104;p27"/>
            <p:cNvGrpSpPr/>
            <p:nvPr/>
          </p:nvGrpSpPr>
          <p:grpSpPr>
            <a:xfrm>
              <a:off x="6351500" y="4405925"/>
              <a:ext cx="107200" cy="107175"/>
              <a:chOff x="4125350" y="1946513"/>
              <a:chExt cx="107200" cy="107175"/>
            </a:xfrm>
          </p:grpSpPr>
          <p:sp>
            <p:nvSpPr>
              <p:cNvPr id="1105" name="Google Shape;1105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7" name="Google Shape;1107;p27"/>
            <p:cNvGrpSpPr/>
            <p:nvPr/>
          </p:nvGrpSpPr>
          <p:grpSpPr>
            <a:xfrm>
              <a:off x="6143125" y="4513100"/>
              <a:ext cx="107200" cy="107175"/>
              <a:chOff x="4125350" y="1946513"/>
              <a:chExt cx="107200" cy="107175"/>
            </a:xfrm>
          </p:grpSpPr>
          <p:sp>
            <p:nvSpPr>
              <p:cNvPr id="1108" name="Google Shape;1108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0" name="Google Shape;1110;p27"/>
            <p:cNvGrpSpPr/>
            <p:nvPr/>
          </p:nvGrpSpPr>
          <p:grpSpPr>
            <a:xfrm>
              <a:off x="6295525" y="4665500"/>
              <a:ext cx="107200" cy="107175"/>
              <a:chOff x="4125350" y="1946513"/>
              <a:chExt cx="107200" cy="107175"/>
            </a:xfrm>
          </p:grpSpPr>
          <p:sp>
            <p:nvSpPr>
              <p:cNvPr id="1111" name="Google Shape;1111;p27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7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0"/>
          <p:cNvSpPr txBox="1">
            <a:spLocks noGrp="1"/>
          </p:cNvSpPr>
          <p:nvPr>
            <p:ph type="title"/>
          </p:nvPr>
        </p:nvSpPr>
        <p:spPr>
          <a:xfrm>
            <a:off x="1569600" y="1268375"/>
            <a:ext cx="6004800" cy="8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</a:t>
            </a:r>
            <a:r>
              <a:rPr lang="en" dirty="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dirty="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lang="en" dirty="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ro-RO" dirty="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	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50" name="Google Shape;1150;p30"/>
          <p:cNvSpPr txBox="1">
            <a:spLocks noGrp="1"/>
          </p:cNvSpPr>
          <p:nvPr>
            <p:ph type="subTitle" idx="1"/>
          </p:nvPr>
        </p:nvSpPr>
        <p:spPr>
          <a:xfrm>
            <a:off x="1569600" y="2400023"/>
            <a:ext cx="6004800" cy="12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A sophisticated group expense platform featuring enterprise architecture, AI receipt processing, and production-ready cloud deployment across web, mobile, and backend services.</a:t>
            </a:r>
          </a:p>
        </p:txBody>
      </p:sp>
      <p:cxnSp>
        <p:nvCxnSpPr>
          <p:cNvPr id="1151" name="Google Shape;1151;p30"/>
          <p:cNvCxnSpPr/>
          <p:nvPr/>
        </p:nvCxnSpPr>
        <p:spPr>
          <a:xfrm>
            <a:off x="3964350" y="2206528"/>
            <a:ext cx="121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2" name="Google Shape;1152;p30"/>
          <p:cNvGrpSpPr/>
          <p:nvPr/>
        </p:nvGrpSpPr>
        <p:grpSpPr>
          <a:xfrm>
            <a:off x="4522375" y="4341025"/>
            <a:ext cx="315575" cy="366750"/>
            <a:chOff x="8558925" y="4522650"/>
            <a:chExt cx="315575" cy="366750"/>
          </a:xfrm>
        </p:grpSpPr>
        <p:grpSp>
          <p:nvGrpSpPr>
            <p:cNvPr id="1153" name="Google Shape;1153;p30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154" name="Google Shape;1154;p3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6" name="Google Shape;1156;p30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157" name="Google Shape;1157;p3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9" name="Google Shape;1159;p30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160" name="Google Shape;1160;p30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0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30"/>
          <p:cNvGrpSpPr/>
          <p:nvPr/>
        </p:nvGrpSpPr>
        <p:grpSpPr>
          <a:xfrm>
            <a:off x="7732699" y="299993"/>
            <a:ext cx="438754" cy="772904"/>
            <a:chOff x="4950175" y="2998438"/>
            <a:chExt cx="88725" cy="156300"/>
          </a:xfrm>
        </p:grpSpPr>
        <p:sp>
          <p:nvSpPr>
            <p:cNvPr id="1163" name="Google Shape;1163;p30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0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0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0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0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0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0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0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0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0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0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9" name="Google Shape;1199;p30"/>
          <p:cNvGrpSpPr/>
          <p:nvPr/>
        </p:nvGrpSpPr>
        <p:grpSpPr>
          <a:xfrm flipH="1">
            <a:off x="713213" y="3824384"/>
            <a:ext cx="361129" cy="3106418"/>
            <a:chOff x="6317900" y="1197313"/>
            <a:chExt cx="180700" cy="1554375"/>
          </a:xfrm>
        </p:grpSpPr>
        <p:sp>
          <p:nvSpPr>
            <p:cNvPr id="1200" name="Google Shape;1200;p30"/>
            <p:cNvSpPr/>
            <p:nvPr/>
          </p:nvSpPr>
          <p:spPr>
            <a:xfrm>
              <a:off x="6367900" y="1231538"/>
              <a:ext cx="126225" cy="1520150"/>
            </a:xfrm>
            <a:custGeom>
              <a:avLst/>
              <a:gdLst/>
              <a:ahLst/>
              <a:cxnLst/>
              <a:rect l="l" t="t" r="r" b="b"/>
              <a:pathLst>
                <a:path w="5049" h="60806" extrusionOk="0">
                  <a:moveTo>
                    <a:pt x="167" y="60806"/>
                  </a:moveTo>
                  <a:lnTo>
                    <a:pt x="0" y="60806"/>
                  </a:lnTo>
                  <a:lnTo>
                    <a:pt x="0" y="4930"/>
                  </a:lnTo>
                  <a:lnTo>
                    <a:pt x="24" y="4894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6486675" y="1227088"/>
              <a:ext cx="11925" cy="11925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0" y="238"/>
                  </a:moveTo>
                  <a:cubicBezTo>
                    <a:pt x="0" y="107"/>
                    <a:pt x="95" y="0"/>
                    <a:pt x="238" y="0"/>
                  </a:cubicBezTo>
                  <a:cubicBezTo>
                    <a:pt x="369" y="0"/>
                    <a:pt x="476" y="107"/>
                    <a:pt x="476" y="238"/>
                  </a:cubicBezTo>
                  <a:cubicBezTo>
                    <a:pt x="476" y="369"/>
                    <a:pt x="369" y="477"/>
                    <a:pt x="238" y="477"/>
                  </a:cubicBezTo>
                  <a:cubicBezTo>
                    <a:pt x="95" y="477"/>
                    <a:pt x="0" y="369"/>
                    <a:pt x="0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6342900" y="1216663"/>
              <a:ext cx="126225" cy="1535025"/>
            </a:xfrm>
            <a:custGeom>
              <a:avLst/>
              <a:gdLst/>
              <a:ahLst/>
              <a:cxnLst/>
              <a:rect l="l" t="t" r="r" b="b"/>
              <a:pathLst>
                <a:path w="5049" h="61401" extrusionOk="0">
                  <a:moveTo>
                    <a:pt x="167" y="61401"/>
                  </a:moveTo>
                  <a:lnTo>
                    <a:pt x="0" y="61401"/>
                  </a:lnTo>
                  <a:lnTo>
                    <a:pt x="0" y="4930"/>
                  </a:lnTo>
                  <a:lnTo>
                    <a:pt x="4930" y="1"/>
                  </a:lnTo>
                  <a:lnTo>
                    <a:pt x="5049" y="120"/>
                  </a:lnTo>
                  <a:lnTo>
                    <a:pt x="167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6461650" y="12122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8"/>
                  </a:moveTo>
                  <a:cubicBezTo>
                    <a:pt x="1" y="107"/>
                    <a:pt x="108" y="0"/>
                    <a:pt x="239" y="0"/>
                  </a:cubicBezTo>
                  <a:cubicBezTo>
                    <a:pt x="370" y="0"/>
                    <a:pt x="477" y="107"/>
                    <a:pt x="477" y="238"/>
                  </a:cubicBezTo>
                  <a:cubicBezTo>
                    <a:pt x="477" y="369"/>
                    <a:pt x="370" y="476"/>
                    <a:pt x="239" y="476"/>
                  </a:cubicBezTo>
                  <a:cubicBezTo>
                    <a:pt x="108" y="476"/>
                    <a:pt x="1" y="369"/>
                    <a:pt x="1" y="2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6317900" y="1201788"/>
              <a:ext cx="126225" cy="1549900"/>
            </a:xfrm>
            <a:custGeom>
              <a:avLst/>
              <a:gdLst/>
              <a:ahLst/>
              <a:cxnLst/>
              <a:rect l="l" t="t" r="r" b="b"/>
              <a:pathLst>
                <a:path w="5049" h="61996" extrusionOk="0">
                  <a:moveTo>
                    <a:pt x="179" y="61996"/>
                  </a:moveTo>
                  <a:lnTo>
                    <a:pt x="0" y="61996"/>
                  </a:lnTo>
                  <a:lnTo>
                    <a:pt x="0" y="4929"/>
                  </a:lnTo>
                  <a:lnTo>
                    <a:pt x="4929" y="0"/>
                  </a:lnTo>
                  <a:lnTo>
                    <a:pt x="5048" y="119"/>
                  </a:lnTo>
                  <a:lnTo>
                    <a:pt x="179" y="49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6436650" y="1197313"/>
              <a:ext cx="11950" cy="11925"/>
            </a:xfrm>
            <a:custGeom>
              <a:avLst/>
              <a:gdLst/>
              <a:ahLst/>
              <a:cxnLst/>
              <a:rect l="l" t="t" r="r" b="b"/>
              <a:pathLst>
                <a:path w="478" h="477" extrusionOk="0">
                  <a:moveTo>
                    <a:pt x="1" y="239"/>
                  </a:moveTo>
                  <a:cubicBezTo>
                    <a:pt x="1" y="108"/>
                    <a:pt x="108" y="1"/>
                    <a:pt x="239" y="1"/>
                  </a:cubicBezTo>
                  <a:cubicBezTo>
                    <a:pt x="370" y="1"/>
                    <a:pt x="477" y="108"/>
                    <a:pt x="477" y="239"/>
                  </a:cubicBezTo>
                  <a:cubicBezTo>
                    <a:pt x="477" y="370"/>
                    <a:pt x="370" y="477"/>
                    <a:pt x="239" y="477"/>
                  </a:cubicBezTo>
                  <a:cubicBezTo>
                    <a:pt x="108" y="477"/>
                    <a:pt x="1" y="370"/>
                    <a:pt x="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9"/>
          <p:cNvSpPr txBox="1">
            <a:spLocks noGrp="1"/>
          </p:cNvSpPr>
          <p:nvPr>
            <p:ph type="subTitle" idx="1"/>
          </p:nvPr>
        </p:nvSpPr>
        <p:spPr>
          <a:xfrm>
            <a:off x="1588100" y="1402875"/>
            <a:ext cx="2907900" cy="3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dirty="0"/>
              <a:t>BĂLĂU MIHAI</a:t>
            </a:r>
            <a:endParaRPr dirty="0"/>
          </a:p>
        </p:txBody>
      </p:sp>
      <p:sp>
        <p:nvSpPr>
          <p:cNvPr id="1137" name="Google Shape;1137;p29"/>
          <p:cNvSpPr/>
          <p:nvPr/>
        </p:nvSpPr>
        <p:spPr>
          <a:xfrm>
            <a:off x="915975" y="1289774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138" name="Google Shape;1138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MEMBERS</a:t>
            </a:r>
            <a:endParaRPr dirty="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9" name="Google Shape;1139;p29"/>
          <p:cNvSpPr txBox="1">
            <a:spLocks noGrp="1"/>
          </p:cNvSpPr>
          <p:nvPr>
            <p:ph type="subTitle" idx="7"/>
          </p:nvPr>
        </p:nvSpPr>
        <p:spPr>
          <a:xfrm>
            <a:off x="1594400" y="1427437"/>
            <a:ext cx="29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1200" dirty="0"/>
              <a:t>Team Lead &amp; Business Analyst</a:t>
            </a:r>
            <a:endParaRPr sz="1200" dirty="0"/>
          </a:p>
        </p:txBody>
      </p:sp>
      <p:sp>
        <p:nvSpPr>
          <p:cNvPr id="2" name="Google Shape;1137;p29">
            <a:extLst>
              <a:ext uri="{FF2B5EF4-FFF2-40B4-BE49-F238E27FC236}">
                <a16:creationId xmlns:a16="http://schemas.microsoft.com/office/drawing/2014/main" id="{444E2A43-C5F4-0AF2-4573-55251AAB2A6F}"/>
              </a:ext>
            </a:extLst>
          </p:cNvPr>
          <p:cNvSpPr/>
          <p:nvPr/>
        </p:nvSpPr>
        <p:spPr>
          <a:xfrm>
            <a:off x="915697" y="1916695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3" name="Google Shape;1137;p29">
            <a:extLst>
              <a:ext uri="{FF2B5EF4-FFF2-40B4-BE49-F238E27FC236}">
                <a16:creationId xmlns:a16="http://schemas.microsoft.com/office/drawing/2014/main" id="{3A3C610E-8014-7FE2-FB5F-9A72198F1427}"/>
              </a:ext>
            </a:extLst>
          </p:cNvPr>
          <p:cNvSpPr/>
          <p:nvPr/>
        </p:nvSpPr>
        <p:spPr>
          <a:xfrm>
            <a:off x="931584" y="2543616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4" name="Google Shape;1137;p29">
            <a:extLst>
              <a:ext uri="{FF2B5EF4-FFF2-40B4-BE49-F238E27FC236}">
                <a16:creationId xmlns:a16="http://schemas.microsoft.com/office/drawing/2014/main" id="{76DE9980-CD7C-511F-A081-A3895D7973E4}"/>
              </a:ext>
            </a:extLst>
          </p:cNvPr>
          <p:cNvSpPr/>
          <p:nvPr/>
        </p:nvSpPr>
        <p:spPr>
          <a:xfrm>
            <a:off x="931584" y="3176697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5" name="Google Shape;1137;p29">
            <a:extLst>
              <a:ext uri="{FF2B5EF4-FFF2-40B4-BE49-F238E27FC236}">
                <a16:creationId xmlns:a16="http://schemas.microsoft.com/office/drawing/2014/main" id="{FAE1CEFA-8687-468F-5780-CACC8FA7E42F}"/>
              </a:ext>
            </a:extLst>
          </p:cNvPr>
          <p:cNvSpPr/>
          <p:nvPr/>
        </p:nvSpPr>
        <p:spPr>
          <a:xfrm>
            <a:off x="931584" y="3804161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4" name="Google Shape;1126;p29">
            <a:extLst>
              <a:ext uri="{FF2B5EF4-FFF2-40B4-BE49-F238E27FC236}">
                <a16:creationId xmlns:a16="http://schemas.microsoft.com/office/drawing/2014/main" id="{DAC03E1D-A846-8CE5-4C98-C134AE9C059A}"/>
              </a:ext>
            </a:extLst>
          </p:cNvPr>
          <p:cNvSpPr txBox="1">
            <a:spLocks/>
          </p:cNvSpPr>
          <p:nvPr/>
        </p:nvSpPr>
        <p:spPr>
          <a:xfrm>
            <a:off x="1588100" y="2024699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BEREȘ ROBERT</a:t>
            </a:r>
          </a:p>
        </p:txBody>
      </p:sp>
      <p:sp>
        <p:nvSpPr>
          <p:cNvPr id="15" name="Google Shape;1126;p29">
            <a:extLst>
              <a:ext uri="{FF2B5EF4-FFF2-40B4-BE49-F238E27FC236}">
                <a16:creationId xmlns:a16="http://schemas.microsoft.com/office/drawing/2014/main" id="{330D452C-03F5-D6BC-4E2A-121F08CA2B22}"/>
              </a:ext>
            </a:extLst>
          </p:cNvPr>
          <p:cNvSpPr txBox="1">
            <a:spLocks/>
          </p:cNvSpPr>
          <p:nvPr/>
        </p:nvSpPr>
        <p:spPr>
          <a:xfrm>
            <a:off x="1588100" y="2694238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MOLDOVAN ANDREI</a:t>
            </a:r>
          </a:p>
        </p:txBody>
      </p:sp>
      <p:sp>
        <p:nvSpPr>
          <p:cNvPr id="16" name="Google Shape;1126;p29">
            <a:extLst>
              <a:ext uri="{FF2B5EF4-FFF2-40B4-BE49-F238E27FC236}">
                <a16:creationId xmlns:a16="http://schemas.microsoft.com/office/drawing/2014/main" id="{94503108-31B1-93FE-FAD4-AE21AA1C4F01}"/>
              </a:ext>
            </a:extLst>
          </p:cNvPr>
          <p:cNvSpPr txBox="1">
            <a:spLocks/>
          </p:cNvSpPr>
          <p:nvPr/>
        </p:nvSpPr>
        <p:spPr>
          <a:xfrm>
            <a:off x="1588100" y="3362325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BOLOȘ MIHAI</a:t>
            </a:r>
          </a:p>
        </p:txBody>
      </p:sp>
      <p:sp>
        <p:nvSpPr>
          <p:cNvPr id="17" name="Google Shape;1126;p29">
            <a:extLst>
              <a:ext uri="{FF2B5EF4-FFF2-40B4-BE49-F238E27FC236}">
                <a16:creationId xmlns:a16="http://schemas.microsoft.com/office/drawing/2014/main" id="{4C627FA2-7B4A-0420-6B88-4FBF85DA964E}"/>
              </a:ext>
            </a:extLst>
          </p:cNvPr>
          <p:cNvSpPr txBox="1">
            <a:spLocks/>
          </p:cNvSpPr>
          <p:nvPr/>
        </p:nvSpPr>
        <p:spPr>
          <a:xfrm>
            <a:off x="1588100" y="4030412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BIGHIU IONUȚ RĂZVAN</a:t>
            </a:r>
          </a:p>
        </p:txBody>
      </p:sp>
      <p:sp>
        <p:nvSpPr>
          <p:cNvPr id="18" name="Google Shape;1139;p29">
            <a:extLst>
              <a:ext uri="{FF2B5EF4-FFF2-40B4-BE49-F238E27FC236}">
                <a16:creationId xmlns:a16="http://schemas.microsoft.com/office/drawing/2014/main" id="{9B56A1CF-B197-EED5-0AC8-1BC26EFEE804}"/>
              </a:ext>
            </a:extLst>
          </p:cNvPr>
          <p:cNvSpPr txBox="1">
            <a:spLocks/>
          </p:cNvSpPr>
          <p:nvPr/>
        </p:nvSpPr>
        <p:spPr>
          <a:xfrm>
            <a:off x="1591250" y="2024699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Cloud &amp; DevOps &amp; Backend Developer</a:t>
            </a:r>
          </a:p>
        </p:txBody>
      </p:sp>
      <p:sp>
        <p:nvSpPr>
          <p:cNvPr id="19" name="Google Shape;1139;p29">
            <a:extLst>
              <a:ext uri="{FF2B5EF4-FFF2-40B4-BE49-F238E27FC236}">
                <a16:creationId xmlns:a16="http://schemas.microsoft.com/office/drawing/2014/main" id="{2534AC84-2CE0-4ADE-B83D-6FD21C3674D6}"/>
              </a:ext>
            </a:extLst>
          </p:cNvPr>
          <p:cNvSpPr txBox="1">
            <a:spLocks/>
          </p:cNvSpPr>
          <p:nvPr/>
        </p:nvSpPr>
        <p:spPr>
          <a:xfrm>
            <a:off x="1591250" y="2692786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AI Integration &amp; Backend Developer</a:t>
            </a:r>
          </a:p>
        </p:txBody>
      </p:sp>
      <p:sp>
        <p:nvSpPr>
          <p:cNvPr id="20" name="Google Shape;1139;p29">
            <a:extLst>
              <a:ext uri="{FF2B5EF4-FFF2-40B4-BE49-F238E27FC236}">
                <a16:creationId xmlns:a16="http://schemas.microsoft.com/office/drawing/2014/main" id="{A5FFC06E-BD00-FE5D-C2B3-603E2B87A85A}"/>
              </a:ext>
            </a:extLst>
          </p:cNvPr>
          <p:cNvSpPr txBox="1">
            <a:spLocks/>
          </p:cNvSpPr>
          <p:nvPr/>
        </p:nvSpPr>
        <p:spPr>
          <a:xfrm>
            <a:off x="1591250" y="3360873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Mobile Developer</a:t>
            </a:r>
          </a:p>
        </p:txBody>
      </p:sp>
      <p:sp>
        <p:nvSpPr>
          <p:cNvPr id="21" name="Google Shape;1139;p29">
            <a:extLst>
              <a:ext uri="{FF2B5EF4-FFF2-40B4-BE49-F238E27FC236}">
                <a16:creationId xmlns:a16="http://schemas.microsoft.com/office/drawing/2014/main" id="{9EA68F13-C14B-9DD6-3452-E547F85C2F22}"/>
              </a:ext>
            </a:extLst>
          </p:cNvPr>
          <p:cNvSpPr txBox="1">
            <a:spLocks/>
          </p:cNvSpPr>
          <p:nvPr/>
        </p:nvSpPr>
        <p:spPr>
          <a:xfrm>
            <a:off x="1591250" y="4028960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Mobile Developer</a:t>
            </a:r>
          </a:p>
        </p:txBody>
      </p:sp>
      <p:sp>
        <p:nvSpPr>
          <p:cNvPr id="22" name="Google Shape;1137;p29">
            <a:extLst>
              <a:ext uri="{FF2B5EF4-FFF2-40B4-BE49-F238E27FC236}">
                <a16:creationId xmlns:a16="http://schemas.microsoft.com/office/drawing/2014/main" id="{B433B588-FD62-4612-8488-E702617FACB8}"/>
              </a:ext>
            </a:extLst>
          </p:cNvPr>
          <p:cNvSpPr/>
          <p:nvPr/>
        </p:nvSpPr>
        <p:spPr>
          <a:xfrm>
            <a:off x="4878286" y="1287048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27" name="Google Shape;1126;p29">
            <a:extLst>
              <a:ext uri="{FF2B5EF4-FFF2-40B4-BE49-F238E27FC236}">
                <a16:creationId xmlns:a16="http://schemas.microsoft.com/office/drawing/2014/main" id="{E60297FC-F528-8D07-3A4F-37DE4992AAD1}"/>
              </a:ext>
            </a:extLst>
          </p:cNvPr>
          <p:cNvSpPr txBox="1">
            <a:spLocks/>
          </p:cNvSpPr>
          <p:nvPr/>
        </p:nvSpPr>
        <p:spPr>
          <a:xfrm>
            <a:off x="5514625" y="1427437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BOȚA MIHNEA CĂTĂLIN</a:t>
            </a:r>
          </a:p>
        </p:txBody>
      </p:sp>
      <p:sp>
        <p:nvSpPr>
          <p:cNvPr id="28" name="Google Shape;1139;p29">
            <a:extLst>
              <a:ext uri="{FF2B5EF4-FFF2-40B4-BE49-F238E27FC236}">
                <a16:creationId xmlns:a16="http://schemas.microsoft.com/office/drawing/2014/main" id="{35D1B319-230E-DECA-F5F4-0D7004384A8B}"/>
              </a:ext>
            </a:extLst>
          </p:cNvPr>
          <p:cNvSpPr txBox="1">
            <a:spLocks/>
          </p:cNvSpPr>
          <p:nvPr/>
        </p:nvSpPr>
        <p:spPr>
          <a:xfrm>
            <a:off x="5511475" y="1466850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Frontend Developer </a:t>
            </a:r>
          </a:p>
        </p:txBody>
      </p:sp>
      <p:sp>
        <p:nvSpPr>
          <p:cNvPr id="37" name="Google Shape;1137;p29">
            <a:extLst>
              <a:ext uri="{FF2B5EF4-FFF2-40B4-BE49-F238E27FC236}">
                <a16:creationId xmlns:a16="http://schemas.microsoft.com/office/drawing/2014/main" id="{F41160F0-0B3A-0F96-1CD4-EFCB907519A0}"/>
              </a:ext>
            </a:extLst>
          </p:cNvPr>
          <p:cNvSpPr/>
          <p:nvPr/>
        </p:nvSpPr>
        <p:spPr>
          <a:xfrm>
            <a:off x="4878286" y="1914658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38" name="Google Shape;1137;p29">
            <a:extLst>
              <a:ext uri="{FF2B5EF4-FFF2-40B4-BE49-F238E27FC236}">
                <a16:creationId xmlns:a16="http://schemas.microsoft.com/office/drawing/2014/main" id="{8FA75586-0517-9041-388B-73B825A1AFFA}"/>
              </a:ext>
            </a:extLst>
          </p:cNvPr>
          <p:cNvSpPr/>
          <p:nvPr/>
        </p:nvSpPr>
        <p:spPr>
          <a:xfrm>
            <a:off x="4878286" y="2543616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39" name="Google Shape;1137;p29">
            <a:extLst>
              <a:ext uri="{FF2B5EF4-FFF2-40B4-BE49-F238E27FC236}">
                <a16:creationId xmlns:a16="http://schemas.microsoft.com/office/drawing/2014/main" id="{139DB2B0-536F-DC24-1CBD-49598E1E4CA7}"/>
              </a:ext>
            </a:extLst>
          </p:cNvPr>
          <p:cNvSpPr/>
          <p:nvPr/>
        </p:nvSpPr>
        <p:spPr>
          <a:xfrm>
            <a:off x="4878285" y="3176697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40" name="Google Shape;1137;p29">
            <a:extLst>
              <a:ext uri="{FF2B5EF4-FFF2-40B4-BE49-F238E27FC236}">
                <a16:creationId xmlns:a16="http://schemas.microsoft.com/office/drawing/2014/main" id="{D244A49E-2F59-3A99-60B6-BD84B967EA9D}"/>
              </a:ext>
            </a:extLst>
          </p:cNvPr>
          <p:cNvSpPr/>
          <p:nvPr/>
        </p:nvSpPr>
        <p:spPr>
          <a:xfrm>
            <a:off x="4878284" y="3804161"/>
            <a:ext cx="468327" cy="468327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41" name="Google Shape;1126;p29">
            <a:extLst>
              <a:ext uri="{FF2B5EF4-FFF2-40B4-BE49-F238E27FC236}">
                <a16:creationId xmlns:a16="http://schemas.microsoft.com/office/drawing/2014/main" id="{C1CF4E14-0B23-EC6F-19BF-C06874A5305F}"/>
              </a:ext>
            </a:extLst>
          </p:cNvPr>
          <p:cNvSpPr txBox="1">
            <a:spLocks/>
          </p:cNvSpPr>
          <p:nvPr/>
        </p:nvSpPr>
        <p:spPr>
          <a:xfrm>
            <a:off x="5514625" y="2039550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ILOVAN CRISTIAN DANIEL</a:t>
            </a:r>
          </a:p>
        </p:txBody>
      </p:sp>
      <p:sp>
        <p:nvSpPr>
          <p:cNvPr id="42" name="Google Shape;1126;p29">
            <a:extLst>
              <a:ext uri="{FF2B5EF4-FFF2-40B4-BE49-F238E27FC236}">
                <a16:creationId xmlns:a16="http://schemas.microsoft.com/office/drawing/2014/main" id="{492B0D44-0308-8CD1-C13A-4D8A504F8A63}"/>
              </a:ext>
            </a:extLst>
          </p:cNvPr>
          <p:cNvSpPr txBox="1">
            <a:spLocks/>
          </p:cNvSpPr>
          <p:nvPr/>
        </p:nvSpPr>
        <p:spPr>
          <a:xfrm>
            <a:off x="5505175" y="2651663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BIRĂU DENIS RAUL</a:t>
            </a:r>
          </a:p>
        </p:txBody>
      </p:sp>
      <p:sp>
        <p:nvSpPr>
          <p:cNvPr id="43" name="Google Shape;1126;p29">
            <a:extLst>
              <a:ext uri="{FF2B5EF4-FFF2-40B4-BE49-F238E27FC236}">
                <a16:creationId xmlns:a16="http://schemas.microsoft.com/office/drawing/2014/main" id="{D0F3D0D9-AA42-ABE9-41BD-57C03576A79A}"/>
              </a:ext>
            </a:extLst>
          </p:cNvPr>
          <p:cNvSpPr txBox="1">
            <a:spLocks/>
          </p:cNvSpPr>
          <p:nvPr/>
        </p:nvSpPr>
        <p:spPr>
          <a:xfrm>
            <a:off x="5514625" y="3326391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MEDER EDUART</a:t>
            </a:r>
          </a:p>
        </p:txBody>
      </p:sp>
      <p:sp>
        <p:nvSpPr>
          <p:cNvPr id="44" name="Google Shape;1126;p29">
            <a:extLst>
              <a:ext uri="{FF2B5EF4-FFF2-40B4-BE49-F238E27FC236}">
                <a16:creationId xmlns:a16="http://schemas.microsoft.com/office/drawing/2014/main" id="{351AAD76-B1E3-4586-435E-87DF98B25D40}"/>
              </a:ext>
            </a:extLst>
          </p:cNvPr>
          <p:cNvSpPr txBox="1">
            <a:spLocks/>
          </p:cNvSpPr>
          <p:nvPr/>
        </p:nvSpPr>
        <p:spPr>
          <a:xfrm>
            <a:off x="5514625" y="3933573"/>
            <a:ext cx="29079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Condensed SemiBold"/>
              <a:buNone/>
              <a:defRPr sz="1800" b="0" i="0" u="none" strike="noStrike" cap="none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o-RO" dirty="0"/>
              <a:t>HAJ LAITH</a:t>
            </a:r>
          </a:p>
        </p:txBody>
      </p:sp>
      <p:sp>
        <p:nvSpPr>
          <p:cNvPr id="45" name="Google Shape;1139;p29">
            <a:extLst>
              <a:ext uri="{FF2B5EF4-FFF2-40B4-BE49-F238E27FC236}">
                <a16:creationId xmlns:a16="http://schemas.microsoft.com/office/drawing/2014/main" id="{9678C692-FF26-032F-2F15-3E9B5A7DB37E}"/>
              </a:ext>
            </a:extLst>
          </p:cNvPr>
          <p:cNvSpPr txBox="1">
            <a:spLocks/>
          </p:cNvSpPr>
          <p:nvPr/>
        </p:nvSpPr>
        <p:spPr>
          <a:xfrm>
            <a:off x="5517775" y="2078963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Frontend Developer </a:t>
            </a:r>
          </a:p>
        </p:txBody>
      </p:sp>
      <p:sp>
        <p:nvSpPr>
          <p:cNvPr id="46" name="Google Shape;1139;p29">
            <a:extLst>
              <a:ext uri="{FF2B5EF4-FFF2-40B4-BE49-F238E27FC236}">
                <a16:creationId xmlns:a16="http://schemas.microsoft.com/office/drawing/2014/main" id="{4A4157A1-D508-D07A-0EFD-ACE87FB28A8C}"/>
              </a:ext>
            </a:extLst>
          </p:cNvPr>
          <p:cNvSpPr txBox="1">
            <a:spLocks/>
          </p:cNvSpPr>
          <p:nvPr/>
        </p:nvSpPr>
        <p:spPr>
          <a:xfrm>
            <a:off x="5513014" y="2686145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Backend Developer</a:t>
            </a:r>
          </a:p>
        </p:txBody>
      </p:sp>
      <p:sp>
        <p:nvSpPr>
          <p:cNvPr id="47" name="Google Shape;1139;p29">
            <a:extLst>
              <a:ext uri="{FF2B5EF4-FFF2-40B4-BE49-F238E27FC236}">
                <a16:creationId xmlns:a16="http://schemas.microsoft.com/office/drawing/2014/main" id="{F39D9878-A98D-5A2A-01C3-D0BCC106901A}"/>
              </a:ext>
            </a:extLst>
          </p:cNvPr>
          <p:cNvSpPr txBox="1">
            <a:spLocks/>
          </p:cNvSpPr>
          <p:nvPr/>
        </p:nvSpPr>
        <p:spPr>
          <a:xfrm>
            <a:off x="5525638" y="3360873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ro-RO" sz="1200" dirty="0"/>
              <a:t>Backend Developer &amp; QA Engineer </a:t>
            </a:r>
          </a:p>
        </p:txBody>
      </p:sp>
      <p:sp>
        <p:nvSpPr>
          <p:cNvPr id="48" name="Google Shape;1139;p29">
            <a:extLst>
              <a:ext uri="{FF2B5EF4-FFF2-40B4-BE49-F238E27FC236}">
                <a16:creationId xmlns:a16="http://schemas.microsoft.com/office/drawing/2014/main" id="{929D7E18-6B7F-14CF-9D53-662D3AA4F590}"/>
              </a:ext>
            </a:extLst>
          </p:cNvPr>
          <p:cNvSpPr txBox="1">
            <a:spLocks/>
          </p:cNvSpPr>
          <p:nvPr/>
        </p:nvSpPr>
        <p:spPr>
          <a:xfrm>
            <a:off x="5525638" y="3968055"/>
            <a:ext cx="290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SzPts val="1100"/>
            </a:pPr>
            <a:r>
              <a:rPr lang="ro-RO" sz="1200" dirty="0"/>
              <a:t>Backend Developer &amp; Tester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39"/>
          <p:cNvSpPr txBox="1">
            <a:spLocks noGrp="1"/>
          </p:cNvSpPr>
          <p:nvPr>
            <p:ph type="subTitle" idx="4294967295"/>
          </p:nvPr>
        </p:nvSpPr>
        <p:spPr>
          <a:xfrm flipH="1">
            <a:off x="3627700" y="1420800"/>
            <a:ext cx="4002900" cy="1006602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Track shared expenses efficiently</a:t>
            </a:r>
          </a:p>
          <a:p>
            <a:pPr marL="2286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Split costs intelligently</a:t>
            </a:r>
          </a:p>
          <a:p>
            <a:pPr marL="2286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Provide insights via analytics</a:t>
            </a:r>
            <a:endParaRPr lang="en" dirty="0"/>
          </a:p>
          <a:p>
            <a:pPr marL="2286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 dirty="0">
                <a:solidFill>
                  <a:schemeClr val="dk1"/>
                </a:solidFill>
              </a:rPr>
              <a:t>Multi-platform accessibility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476" name="Google Shape;1476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VISION &amp; OBJECTIVES</a:t>
            </a:r>
            <a:endParaRPr b="0" dirty="0"/>
          </a:p>
        </p:txBody>
      </p:sp>
      <p:sp>
        <p:nvSpPr>
          <p:cNvPr id="1477" name="Google Shape;1477;p39"/>
          <p:cNvSpPr txBox="1">
            <a:spLocks noGrp="1"/>
          </p:cNvSpPr>
          <p:nvPr>
            <p:ph type="title" idx="4294967295"/>
          </p:nvPr>
        </p:nvSpPr>
        <p:spPr>
          <a:xfrm flipH="1">
            <a:off x="1513400" y="1694901"/>
            <a:ext cx="18030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VISION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478" name="Google Shape;1478;p39"/>
          <p:cNvSpPr txBox="1">
            <a:spLocks noGrp="1"/>
          </p:cNvSpPr>
          <p:nvPr>
            <p:ph type="subTitle" idx="4294967295"/>
          </p:nvPr>
        </p:nvSpPr>
        <p:spPr>
          <a:xfrm flipH="1">
            <a:off x="3627700" y="2728549"/>
            <a:ext cx="4257822" cy="175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>
              <a:lnSpc>
                <a:spcPct val="100000"/>
              </a:lnSpc>
              <a:buClr>
                <a:schemeClr val="lt1"/>
              </a:buClr>
            </a:pPr>
            <a:r>
              <a:rPr lang="en-GB" dirty="0"/>
              <a:t>Production-ready application deployed on AWS</a:t>
            </a:r>
          </a:p>
          <a:p>
            <a:pPr marL="228600" lvl="0">
              <a:lnSpc>
                <a:spcPct val="100000"/>
              </a:lnSpc>
              <a:buClr>
                <a:schemeClr val="lt1"/>
              </a:buClr>
            </a:pPr>
            <a:r>
              <a:rPr lang="en-US" dirty="0"/>
              <a:t>Enterprise-grade security &amp; scalability</a:t>
            </a:r>
          </a:p>
          <a:p>
            <a:pPr marL="228600" lvl="0">
              <a:lnSpc>
                <a:spcPct val="100000"/>
              </a:lnSpc>
              <a:buClr>
                <a:schemeClr val="lt1"/>
              </a:buClr>
            </a:pPr>
            <a:r>
              <a:rPr lang="en-US" dirty="0"/>
              <a:t>AI-powered receipt processing</a:t>
            </a:r>
          </a:p>
          <a:p>
            <a:pPr marL="228600" lvl="0">
              <a:lnSpc>
                <a:spcPct val="100000"/>
              </a:lnSpc>
              <a:buClr>
                <a:schemeClr val="lt1"/>
              </a:buClr>
            </a:pPr>
            <a:r>
              <a:rPr lang="en-GB" dirty="0"/>
              <a:t>Seamless user experience across platforms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479" name="Google Shape;1479;p39"/>
          <p:cNvSpPr txBox="1">
            <a:spLocks noGrp="1"/>
          </p:cNvSpPr>
          <p:nvPr>
            <p:ph type="title" idx="4294967295"/>
          </p:nvPr>
        </p:nvSpPr>
        <p:spPr>
          <a:xfrm flipH="1">
            <a:off x="1513400" y="2990200"/>
            <a:ext cx="18030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KEY OBJECTIVES</a:t>
            </a:r>
            <a:endParaRPr sz="1800" dirty="0">
              <a:solidFill>
                <a:schemeClr val="lt1"/>
              </a:solidFill>
            </a:endParaRPr>
          </a:p>
        </p:txBody>
      </p:sp>
      <p:grpSp>
        <p:nvGrpSpPr>
          <p:cNvPr id="1480" name="Google Shape;1480;p39"/>
          <p:cNvGrpSpPr/>
          <p:nvPr/>
        </p:nvGrpSpPr>
        <p:grpSpPr>
          <a:xfrm>
            <a:off x="3876381" y="4522646"/>
            <a:ext cx="1391239" cy="1387652"/>
            <a:chOff x="4010494" y="4522646"/>
            <a:chExt cx="1391239" cy="1387652"/>
          </a:xfrm>
        </p:grpSpPr>
        <p:sp>
          <p:nvSpPr>
            <p:cNvPr id="1481" name="Google Shape;1481;p39"/>
            <p:cNvSpPr/>
            <p:nvPr/>
          </p:nvSpPr>
          <p:spPr>
            <a:xfrm rot="435267">
              <a:off x="4083847" y="4596260"/>
              <a:ext cx="1244549" cy="1240425"/>
            </a:xfrm>
            <a:custGeom>
              <a:avLst/>
              <a:gdLst/>
              <a:ahLst/>
              <a:cxnLst/>
              <a:rect l="l" t="t" r="r" b="b"/>
              <a:pathLst>
                <a:path w="28969" h="28873" extrusionOk="0">
                  <a:moveTo>
                    <a:pt x="27814" y="0"/>
                  </a:moveTo>
                  <a:cubicBezTo>
                    <a:pt x="28075" y="0"/>
                    <a:pt x="28349" y="107"/>
                    <a:pt x="28552" y="310"/>
                  </a:cubicBezTo>
                  <a:cubicBezTo>
                    <a:pt x="28968" y="727"/>
                    <a:pt x="28968" y="1381"/>
                    <a:pt x="28552" y="1798"/>
                  </a:cubicBezTo>
                  <a:lnTo>
                    <a:pt x="1906" y="28456"/>
                  </a:lnTo>
                  <a:cubicBezTo>
                    <a:pt x="1489" y="28873"/>
                    <a:pt x="834" y="28873"/>
                    <a:pt x="417" y="28456"/>
                  </a:cubicBezTo>
                  <a:cubicBezTo>
                    <a:pt x="1" y="28039"/>
                    <a:pt x="1" y="27385"/>
                    <a:pt x="417" y="26968"/>
                  </a:cubicBezTo>
                  <a:lnTo>
                    <a:pt x="27063" y="310"/>
                  </a:lnTo>
                  <a:cubicBezTo>
                    <a:pt x="27278" y="107"/>
                    <a:pt x="27552" y="0"/>
                    <a:pt x="2781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dk2"/>
                </a:gs>
                <a:gs pos="100000">
                  <a:schemeClr val="l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2" name="Google Shape;1482;p39"/>
            <p:cNvCxnSpPr/>
            <p:nvPr/>
          </p:nvCxnSpPr>
          <p:spPr>
            <a:xfrm rot="436104" flipH="1">
              <a:off x="4646601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9"/>
            <p:cNvCxnSpPr/>
            <p:nvPr/>
          </p:nvCxnSpPr>
          <p:spPr>
            <a:xfrm rot="436104" flipH="1">
              <a:off x="4051876" y="4866128"/>
              <a:ext cx="713735" cy="70071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DEVELOPMENT BREAKDOWN</a:t>
            </a:r>
            <a:endParaRPr b="0" dirty="0">
              <a:solidFill>
                <a:schemeClr val="lt1"/>
              </a:solidFill>
            </a:endParaRPr>
          </a:p>
        </p:txBody>
      </p:sp>
      <p:sp>
        <p:nvSpPr>
          <p:cNvPr id="1288" name="Google Shape;1288;p32"/>
          <p:cNvSpPr/>
          <p:nvPr/>
        </p:nvSpPr>
        <p:spPr>
          <a:xfrm>
            <a:off x="1193775" y="1666527"/>
            <a:ext cx="823200" cy="823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600" dirty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81</a:t>
            </a:r>
            <a:endParaRPr lang="en" sz="1600" dirty="0"/>
          </a:p>
        </p:txBody>
      </p:sp>
      <p:sp>
        <p:nvSpPr>
          <p:cNvPr id="1289" name="Google Shape;1289;p32"/>
          <p:cNvSpPr/>
          <p:nvPr/>
        </p:nvSpPr>
        <p:spPr>
          <a:xfrm>
            <a:off x="3171546" y="1666463"/>
            <a:ext cx="823200" cy="823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600" dirty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337</a:t>
            </a:r>
            <a:endParaRPr lang="en" sz="1600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290" name="Google Shape;1290;p32"/>
          <p:cNvSpPr/>
          <p:nvPr/>
        </p:nvSpPr>
        <p:spPr>
          <a:xfrm>
            <a:off x="5149317" y="1666463"/>
            <a:ext cx="823200" cy="823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600" dirty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44</a:t>
            </a:r>
            <a:endParaRPr lang="en" sz="1600" dirty="0"/>
          </a:p>
        </p:txBody>
      </p:sp>
      <p:sp>
        <p:nvSpPr>
          <p:cNvPr id="1291" name="Google Shape;1291;p32"/>
          <p:cNvSpPr/>
          <p:nvPr/>
        </p:nvSpPr>
        <p:spPr>
          <a:xfrm>
            <a:off x="7127088" y="1666463"/>
            <a:ext cx="823200" cy="823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1292" name="Google Shape;1292;p32"/>
          <p:cNvSpPr/>
          <p:nvPr/>
        </p:nvSpPr>
        <p:spPr>
          <a:xfrm>
            <a:off x="733450" y="2897125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1800" dirty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TASKS</a:t>
            </a:r>
          </a:p>
        </p:txBody>
      </p:sp>
      <p:sp>
        <p:nvSpPr>
          <p:cNvPr id="1293" name="Google Shape;1293;p32"/>
          <p:cNvSpPr/>
          <p:nvPr/>
        </p:nvSpPr>
        <p:spPr>
          <a:xfrm>
            <a:off x="2711090" y="2897125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1800" dirty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COMMITS</a:t>
            </a:r>
          </a:p>
        </p:txBody>
      </p:sp>
      <p:sp>
        <p:nvSpPr>
          <p:cNvPr id="1294" name="Google Shape;1294;p32"/>
          <p:cNvSpPr/>
          <p:nvPr/>
        </p:nvSpPr>
        <p:spPr>
          <a:xfrm>
            <a:off x="4688927" y="2897125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1800" dirty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PULL REQUESTS</a:t>
            </a:r>
          </a:p>
        </p:txBody>
      </p:sp>
      <p:sp>
        <p:nvSpPr>
          <p:cNvPr id="1295" name="Google Shape;1295;p32"/>
          <p:cNvSpPr/>
          <p:nvPr/>
        </p:nvSpPr>
        <p:spPr>
          <a:xfrm>
            <a:off x="6666800" y="2897125"/>
            <a:ext cx="17439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LINES OF CODE</a:t>
            </a:r>
            <a:endParaRPr sz="18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296" name="Google Shape;1296;p32"/>
          <p:cNvSpPr/>
          <p:nvPr/>
        </p:nvSpPr>
        <p:spPr>
          <a:xfrm>
            <a:off x="2711100" y="3302500"/>
            <a:ext cx="1743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Development workflow and version control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7" name="Google Shape;1297;p32"/>
          <p:cNvSpPr/>
          <p:nvPr/>
        </p:nvSpPr>
        <p:spPr>
          <a:xfrm>
            <a:off x="6666788" y="3302500"/>
            <a:ext cx="1743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Full-stack implementation across all platforms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8" name="Google Shape;1298;p32"/>
          <p:cNvSpPr/>
          <p:nvPr/>
        </p:nvSpPr>
        <p:spPr>
          <a:xfrm>
            <a:off x="4688938" y="3302500"/>
            <a:ext cx="1743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review and quality gates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9" name="Google Shape;1299;p32"/>
          <p:cNvSpPr/>
          <p:nvPr/>
        </p:nvSpPr>
        <p:spPr>
          <a:xfrm>
            <a:off x="683443" y="3302500"/>
            <a:ext cx="1852367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Project management and sprint planning</a:t>
            </a:r>
            <a:endParaRPr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00" name="Google Shape;1300;p32"/>
          <p:cNvCxnSpPr>
            <a:stCxn id="1288" idx="4"/>
            <a:endCxn id="1292" idx="0"/>
          </p:cNvCxnSpPr>
          <p:nvPr/>
        </p:nvCxnSpPr>
        <p:spPr>
          <a:xfrm>
            <a:off x="1605375" y="2489727"/>
            <a:ext cx="0" cy="40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1" name="Google Shape;1301;p32"/>
          <p:cNvCxnSpPr>
            <a:stCxn id="1289" idx="4"/>
            <a:endCxn id="1293" idx="0"/>
          </p:cNvCxnSpPr>
          <p:nvPr/>
        </p:nvCxnSpPr>
        <p:spPr>
          <a:xfrm>
            <a:off x="3583146" y="2489663"/>
            <a:ext cx="0" cy="40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2" name="Google Shape;1302;p32"/>
          <p:cNvCxnSpPr>
            <a:stCxn id="1290" idx="4"/>
            <a:endCxn id="1294" idx="0"/>
          </p:cNvCxnSpPr>
          <p:nvPr/>
        </p:nvCxnSpPr>
        <p:spPr>
          <a:xfrm>
            <a:off x="5560917" y="2489663"/>
            <a:ext cx="0" cy="40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3" name="Google Shape;1303;p32"/>
          <p:cNvCxnSpPr>
            <a:cxnSpLocks/>
            <a:stCxn id="1291" idx="4"/>
            <a:endCxn id="1295" idx="0"/>
          </p:cNvCxnSpPr>
          <p:nvPr/>
        </p:nvCxnSpPr>
        <p:spPr>
          <a:xfrm>
            <a:off x="7538688" y="2489663"/>
            <a:ext cx="0" cy="40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04" name="Google Shape;1304;p32"/>
          <p:cNvCxnSpPr>
            <a:stCxn id="1288" idx="6"/>
            <a:endCxn id="1289" idx="2"/>
          </p:cNvCxnSpPr>
          <p:nvPr/>
        </p:nvCxnSpPr>
        <p:spPr>
          <a:xfrm>
            <a:off x="2016975" y="2078127"/>
            <a:ext cx="115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5" name="Google Shape;1305;p32"/>
          <p:cNvCxnSpPr>
            <a:stCxn id="1289" idx="6"/>
            <a:endCxn id="1290" idx="2"/>
          </p:cNvCxnSpPr>
          <p:nvPr/>
        </p:nvCxnSpPr>
        <p:spPr>
          <a:xfrm>
            <a:off x="3994746" y="2078063"/>
            <a:ext cx="115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6" name="Google Shape;1306;p32"/>
          <p:cNvCxnSpPr>
            <a:cxnSpLocks/>
            <a:stCxn id="1290" idx="6"/>
            <a:endCxn id="1291" idx="2"/>
          </p:cNvCxnSpPr>
          <p:nvPr/>
        </p:nvCxnSpPr>
        <p:spPr>
          <a:xfrm>
            <a:off x="5972517" y="2078063"/>
            <a:ext cx="115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49B2EDC-51EB-A052-CD66-6B3F2862F5B2}"/>
              </a:ext>
            </a:extLst>
          </p:cNvPr>
          <p:cNvSpPr txBox="1"/>
          <p:nvPr/>
        </p:nvSpPr>
        <p:spPr>
          <a:xfrm>
            <a:off x="7127026" y="1924174"/>
            <a:ext cx="82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" dirty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27,209</a:t>
            </a:r>
            <a:endParaRPr lang="e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EXECUTION METRICS</a:t>
            </a:r>
            <a:endParaRPr lang="en-US" b="0" dirty="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8098B-6D03-D0D8-6482-9CA4397C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440" y="981003"/>
            <a:ext cx="2799066" cy="3601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34FEA-C273-7319-FEAF-0E94BADC8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702900"/>
            <a:ext cx="3894069" cy="2158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0">
          <a:extLst>
            <a:ext uri="{FF2B5EF4-FFF2-40B4-BE49-F238E27FC236}">
              <a16:creationId xmlns:a16="http://schemas.microsoft.com/office/drawing/2014/main" id="{30E24016-A76B-95C7-6887-77B9F760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33">
            <a:extLst>
              <a:ext uri="{FF2B5EF4-FFF2-40B4-BE49-F238E27FC236}">
                <a16:creationId xmlns:a16="http://schemas.microsoft.com/office/drawing/2014/main" id="{F9581A10-B5AB-5E63-6C38-99A6ACBBBD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/>
              <a:t>AGILE EXECUTION</a:t>
            </a:r>
            <a:endParaRPr lang="en-US" b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92F171-4397-DE1A-D5D0-4299A45D9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68" r="3" b="12100"/>
          <a:stretch>
            <a:fillRect/>
          </a:stretch>
        </p:blipFill>
        <p:spPr>
          <a:xfrm>
            <a:off x="713225" y="1208225"/>
            <a:ext cx="3668250" cy="3264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B38F4E-89CE-4FAD-15A7-211CF7B2F4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03" r="-3" b="-3"/>
          <a:stretch>
            <a:fillRect/>
          </a:stretch>
        </p:blipFill>
        <p:spPr>
          <a:xfrm>
            <a:off x="4762475" y="1208225"/>
            <a:ext cx="366825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7048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35"/>
          <p:cNvSpPr txBox="1">
            <a:spLocks noGrp="1"/>
          </p:cNvSpPr>
          <p:nvPr>
            <p:ph type="title" idx="4294967295"/>
          </p:nvPr>
        </p:nvSpPr>
        <p:spPr>
          <a:xfrm flipH="1">
            <a:off x="720022" y="3268250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FRONTEND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1" name="Google Shape;1361;p35"/>
          <p:cNvSpPr txBox="1">
            <a:spLocks noGrp="1"/>
          </p:cNvSpPr>
          <p:nvPr>
            <p:ph type="title" idx="4294967295"/>
          </p:nvPr>
        </p:nvSpPr>
        <p:spPr>
          <a:xfrm flipH="1">
            <a:off x="720326" y="1443125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BACKEND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2" name="Google Shape;1362;p35"/>
          <p:cNvSpPr txBox="1">
            <a:spLocks noGrp="1"/>
          </p:cNvSpPr>
          <p:nvPr>
            <p:ph type="title" idx="4294967295"/>
          </p:nvPr>
        </p:nvSpPr>
        <p:spPr>
          <a:xfrm>
            <a:off x="6017103" y="3268250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CLOUD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3" name="Google Shape;1363;p35"/>
          <p:cNvSpPr txBox="1">
            <a:spLocks noGrp="1"/>
          </p:cNvSpPr>
          <p:nvPr>
            <p:ph type="title" idx="4294967295"/>
          </p:nvPr>
        </p:nvSpPr>
        <p:spPr>
          <a:xfrm>
            <a:off x="6017424" y="1443125"/>
            <a:ext cx="2406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MOBILE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1364" name="Google Shape;1364;p35"/>
          <p:cNvSpPr txBox="1">
            <a:spLocks noGrp="1"/>
          </p:cNvSpPr>
          <p:nvPr>
            <p:ph type="subTitle" idx="4294967295"/>
          </p:nvPr>
        </p:nvSpPr>
        <p:spPr>
          <a:xfrm flipH="1">
            <a:off x="720652" y="1847275"/>
            <a:ext cx="24060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chemeClr val="dk1"/>
                </a:solidFill>
              </a:rPr>
              <a:t>FastAPI</a:t>
            </a:r>
            <a:r>
              <a:rPr lang="en-US" dirty="0">
                <a:solidFill>
                  <a:schemeClr val="dk1"/>
                </a:solidFill>
              </a:rPr>
              <a:t>, Python, PostgreSQL, </a:t>
            </a:r>
            <a:r>
              <a:rPr lang="en-US" dirty="0" err="1">
                <a:solidFill>
                  <a:schemeClr val="dk1"/>
                </a:solidFill>
              </a:rPr>
              <a:t>SQLAlchemy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65" name="Google Shape;1365;p35"/>
          <p:cNvSpPr txBox="1">
            <a:spLocks noGrp="1"/>
          </p:cNvSpPr>
          <p:nvPr>
            <p:ph type="subTitle" idx="4294967295"/>
          </p:nvPr>
        </p:nvSpPr>
        <p:spPr>
          <a:xfrm flipH="1">
            <a:off x="720350" y="3672650"/>
            <a:ext cx="24060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-NL" dirty="0">
                <a:solidFill>
                  <a:schemeClr val="dk1"/>
                </a:solidFill>
              </a:rPr>
              <a:t>React 18.2, TypeScript, Vite, Bootstrap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66" name="Google Shape;1366;p35"/>
          <p:cNvSpPr txBox="1">
            <a:spLocks noGrp="1"/>
          </p:cNvSpPr>
          <p:nvPr>
            <p:ph type="subTitle" idx="4294967295"/>
          </p:nvPr>
        </p:nvSpPr>
        <p:spPr>
          <a:xfrm>
            <a:off x="6017298" y="1847275"/>
            <a:ext cx="24060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Kotlin Multiplatform (KMM)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67" name="Google Shape;136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TECH STACK</a:t>
            </a:r>
          </a:p>
        </p:txBody>
      </p:sp>
      <p:sp>
        <p:nvSpPr>
          <p:cNvPr id="1368" name="Google Shape;1368;p35"/>
          <p:cNvSpPr txBox="1">
            <a:spLocks noGrp="1"/>
          </p:cNvSpPr>
          <p:nvPr>
            <p:ph type="subTitle" idx="4294967295"/>
          </p:nvPr>
        </p:nvSpPr>
        <p:spPr>
          <a:xfrm>
            <a:off x="6016975" y="3672650"/>
            <a:ext cx="24060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AWS Lambda, API Gateway, CloudFront, S3, RDS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69" name="Google Shape;1369;p35"/>
          <p:cNvSpPr/>
          <p:nvPr/>
        </p:nvSpPr>
        <p:spPr>
          <a:xfrm>
            <a:off x="3368714" y="1598075"/>
            <a:ext cx="2406300" cy="240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Architecture</a:t>
            </a:r>
            <a:r>
              <a:rPr lang="en" sz="2000" dirty="0">
                <a:solidFill>
                  <a:schemeClr val="dk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 </a:t>
            </a:r>
            <a:r>
              <a:rPr lang="en-US" sz="2000" dirty="0">
                <a:solidFill>
                  <a:schemeClr val="lt1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Layers</a:t>
            </a:r>
            <a:endParaRPr sz="2000" dirty="0">
              <a:solidFill>
                <a:schemeClr val="lt1"/>
              </a:solidFill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  <p:sp>
        <p:nvSpPr>
          <p:cNvPr id="1370" name="Google Shape;1370;p35"/>
          <p:cNvSpPr/>
          <p:nvPr/>
        </p:nvSpPr>
        <p:spPr>
          <a:xfrm>
            <a:off x="3223300" y="1515463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1" name="Google Shape;1371;p35"/>
          <p:cNvSpPr/>
          <p:nvPr/>
        </p:nvSpPr>
        <p:spPr>
          <a:xfrm>
            <a:off x="5129900" y="1520176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2" name="Google Shape;1372;p35"/>
          <p:cNvSpPr/>
          <p:nvPr/>
        </p:nvSpPr>
        <p:spPr>
          <a:xfrm>
            <a:off x="3223300" y="3296188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3" name="Google Shape;1373;p35"/>
          <p:cNvSpPr/>
          <p:nvPr/>
        </p:nvSpPr>
        <p:spPr>
          <a:xfrm>
            <a:off x="5129900" y="3296188"/>
            <a:ext cx="790800" cy="7908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endParaRPr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91" name="Google Shape;1391;p35"/>
          <p:cNvGrpSpPr/>
          <p:nvPr/>
        </p:nvGrpSpPr>
        <p:grpSpPr>
          <a:xfrm>
            <a:off x="3420007" y="1725060"/>
            <a:ext cx="397295" cy="371626"/>
            <a:chOff x="2561613" y="3196725"/>
            <a:chExt cx="272400" cy="254800"/>
          </a:xfrm>
        </p:grpSpPr>
        <p:sp>
          <p:nvSpPr>
            <p:cNvPr id="1392" name="Google Shape;1392;p35"/>
            <p:cNvSpPr/>
            <p:nvPr/>
          </p:nvSpPr>
          <p:spPr>
            <a:xfrm>
              <a:off x="2561613" y="3196725"/>
              <a:ext cx="244700" cy="211950"/>
            </a:xfrm>
            <a:custGeom>
              <a:avLst/>
              <a:gdLst/>
              <a:ahLst/>
              <a:cxnLst/>
              <a:rect l="l" t="t" r="r" b="b"/>
              <a:pathLst>
                <a:path w="9788" h="8478" extrusionOk="0">
                  <a:moveTo>
                    <a:pt x="9252" y="322"/>
                  </a:moveTo>
                  <a:cubicBezTo>
                    <a:pt x="9371" y="322"/>
                    <a:pt x="9478" y="417"/>
                    <a:pt x="9478" y="536"/>
                  </a:cubicBezTo>
                  <a:lnTo>
                    <a:pt x="9478" y="1429"/>
                  </a:lnTo>
                  <a:lnTo>
                    <a:pt x="311" y="1429"/>
                  </a:lnTo>
                  <a:lnTo>
                    <a:pt x="311" y="536"/>
                  </a:lnTo>
                  <a:cubicBezTo>
                    <a:pt x="311" y="417"/>
                    <a:pt x="418" y="322"/>
                    <a:pt x="537" y="322"/>
                  </a:cubicBezTo>
                  <a:close/>
                  <a:moveTo>
                    <a:pt x="537" y="0"/>
                  </a:moveTo>
                  <a:cubicBezTo>
                    <a:pt x="239" y="0"/>
                    <a:pt x="1" y="238"/>
                    <a:pt x="1" y="536"/>
                  </a:cubicBezTo>
                  <a:lnTo>
                    <a:pt x="1" y="8311"/>
                  </a:lnTo>
                  <a:cubicBezTo>
                    <a:pt x="1" y="8394"/>
                    <a:pt x="72" y="8477"/>
                    <a:pt x="156" y="8477"/>
                  </a:cubicBezTo>
                  <a:lnTo>
                    <a:pt x="1739" y="8477"/>
                  </a:lnTo>
                  <a:cubicBezTo>
                    <a:pt x="1763" y="8477"/>
                    <a:pt x="1787" y="8454"/>
                    <a:pt x="1799" y="8442"/>
                  </a:cubicBezTo>
                  <a:cubicBezTo>
                    <a:pt x="1918" y="8311"/>
                    <a:pt x="1823" y="8156"/>
                    <a:pt x="1692" y="8156"/>
                  </a:cubicBezTo>
                  <a:lnTo>
                    <a:pt x="322" y="8156"/>
                  </a:lnTo>
                  <a:cubicBezTo>
                    <a:pt x="311" y="8156"/>
                    <a:pt x="311" y="8156"/>
                    <a:pt x="311" y="8144"/>
                  </a:cubicBezTo>
                  <a:lnTo>
                    <a:pt x="311" y="1750"/>
                  </a:lnTo>
                  <a:lnTo>
                    <a:pt x="9478" y="1750"/>
                  </a:lnTo>
                  <a:lnTo>
                    <a:pt x="9478" y="2465"/>
                  </a:lnTo>
                  <a:cubicBezTo>
                    <a:pt x="9478" y="2536"/>
                    <a:pt x="9538" y="2608"/>
                    <a:pt x="9609" y="2620"/>
                  </a:cubicBezTo>
                  <a:cubicBezTo>
                    <a:pt x="9620" y="2622"/>
                    <a:pt x="9631" y="2624"/>
                    <a:pt x="9642" y="2624"/>
                  </a:cubicBezTo>
                  <a:cubicBezTo>
                    <a:pt x="9723" y="2624"/>
                    <a:pt x="9788" y="2549"/>
                    <a:pt x="9788" y="2465"/>
                  </a:cubicBezTo>
                  <a:lnTo>
                    <a:pt x="9788" y="536"/>
                  </a:lnTo>
                  <a:cubicBezTo>
                    <a:pt x="9788" y="238"/>
                    <a:pt x="9550" y="0"/>
                    <a:pt x="9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5"/>
            <p:cNvSpPr/>
            <p:nvPr/>
          </p:nvSpPr>
          <p:spPr>
            <a:xfrm>
              <a:off x="2592588" y="3215175"/>
              <a:ext cx="136350" cy="7750"/>
            </a:xfrm>
            <a:custGeom>
              <a:avLst/>
              <a:gdLst/>
              <a:ahLst/>
              <a:cxnLst/>
              <a:rect l="l" t="t" r="r" b="b"/>
              <a:pathLst>
                <a:path w="5454" h="310" extrusionOk="0">
                  <a:moveTo>
                    <a:pt x="191" y="0"/>
                  </a:moveTo>
                  <a:cubicBezTo>
                    <a:pt x="107" y="0"/>
                    <a:pt x="36" y="60"/>
                    <a:pt x="24" y="131"/>
                  </a:cubicBezTo>
                  <a:cubicBezTo>
                    <a:pt x="0" y="215"/>
                    <a:pt x="84" y="310"/>
                    <a:pt x="191" y="310"/>
                  </a:cubicBezTo>
                  <a:lnTo>
                    <a:pt x="5287" y="310"/>
                  </a:lnTo>
                  <a:cubicBezTo>
                    <a:pt x="5370" y="310"/>
                    <a:pt x="5441" y="250"/>
                    <a:pt x="5453" y="179"/>
                  </a:cubicBezTo>
                  <a:cubicBezTo>
                    <a:pt x="5453" y="84"/>
                    <a:pt x="5382" y="0"/>
                    <a:pt x="5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5"/>
            <p:cNvSpPr/>
            <p:nvPr/>
          </p:nvSpPr>
          <p:spPr>
            <a:xfrm>
              <a:off x="2738138" y="3213975"/>
              <a:ext cx="7750" cy="9000"/>
            </a:xfrm>
            <a:custGeom>
              <a:avLst/>
              <a:gdLst/>
              <a:ahLst/>
              <a:cxnLst/>
              <a:rect l="l" t="t" r="r" b="b"/>
              <a:pathLst>
                <a:path w="310" h="360" extrusionOk="0">
                  <a:moveTo>
                    <a:pt x="131" y="1"/>
                  </a:moveTo>
                  <a:cubicBezTo>
                    <a:pt x="60" y="25"/>
                    <a:pt x="0" y="108"/>
                    <a:pt x="0" y="179"/>
                  </a:cubicBezTo>
                  <a:cubicBezTo>
                    <a:pt x="0" y="263"/>
                    <a:pt x="60" y="346"/>
                    <a:pt x="131" y="358"/>
                  </a:cubicBezTo>
                  <a:cubicBezTo>
                    <a:pt x="138" y="359"/>
                    <a:pt x="145" y="359"/>
                    <a:pt x="152" y="359"/>
                  </a:cubicBezTo>
                  <a:cubicBezTo>
                    <a:pt x="238" y="359"/>
                    <a:pt x="310" y="291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8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5"/>
            <p:cNvSpPr/>
            <p:nvPr/>
          </p:nvSpPr>
          <p:spPr>
            <a:xfrm>
              <a:off x="2752413" y="3213975"/>
              <a:ext cx="7775" cy="9000"/>
            </a:xfrm>
            <a:custGeom>
              <a:avLst/>
              <a:gdLst/>
              <a:ahLst/>
              <a:cxnLst/>
              <a:rect l="l" t="t" r="r" b="b"/>
              <a:pathLst>
                <a:path w="311" h="360" extrusionOk="0">
                  <a:moveTo>
                    <a:pt x="132" y="1"/>
                  </a:moveTo>
                  <a:cubicBezTo>
                    <a:pt x="60" y="25"/>
                    <a:pt x="1" y="108"/>
                    <a:pt x="1" y="179"/>
                  </a:cubicBezTo>
                  <a:cubicBezTo>
                    <a:pt x="1" y="263"/>
                    <a:pt x="60" y="346"/>
                    <a:pt x="132" y="358"/>
                  </a:cubicBezTo>
                  <a:cubicBezTo>
                    <a:pt x="139" y="359"/>
                    <a:pt x="146" y="359"/>
                    <a:pt x="152" y="359"/>
                  </a:cubicBezTo>
                  <a:cubicBezTo>
                    <a:pt x="239" y="359"/>
                    <a:pt x="310" y="291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9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5"/>
            <p:cNvSpPr/>
            <p:nvPr/>
          </p:nvSpPr>
          <p:spPr>
            <a:xfrm>
              <a:off x="2767013" y="3213975"/>
              <a:ext cx="7750" cy="9000"/>
            </a:xfrm>
            <a:custGeom>
              <a:avLst/>
              <a:gdLst/>
              <a:ahLst/>
              <a:cxnLst/>
              <a:rect l="l" t="t" r="r" b="b"/>
              <a:pathLst>
                <a:path w="310" h="360" extrusionOk="0">
                  <a:moveTo>
                    <a:pt x="131" y="1"/>
                  </a:moveTo>
                  <a:cubicBezTo>
                    <a:pt x="60" y="25"/>
                    <a:pt x="0" y="108"/>
                    <a:pt x="0" y="179"/>
                  </a:cubicBezTo>
                  <a:cubicBezTo>
                    <a:pt x="0" y="263"/>
                    <a:pt x="60" y="346"/>
                    <a:pt x="131" y="358"/>
                  </a:cubicBezTo>
                  <a:cubicBezTo>
                    <a:pt x="137" y="359"/>
                    <a:pt x="143" y="359"/>
                    <a:pt x="150" y="359"/>
                  </a:cubicBezTo>
                  <a:cubicBezTo>
                    <a:pt x="228" y="359"/>
                    <a:pt x="310" y="291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8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5"/>
            <p:cNvSpPr/>
            <p:nvPr/>
          </p:nvSpPr>
          <p:spPr>
            <a:xfrm>
              <a:off x="2616088" y="3270425"/>
              <a:ext cx="217925" cy="181100"/>
            </a:xfrm>
            <a:custGeom>
              <a:avLst/>
              <a:gdLst/>
              <a:ahLst/>
              <a:cxnLst/>
              <a:rect l="l" t="t" r="r" b="b"/>
              <a:pathLst>
                <a:path w="8717" h="7244" extrusionOk="0">
                  <a:moveTo>
                    <a:pt x="4945" y="301"/>
                  </a:moveTo>
                  <a:cubicBezTo>
                    <a:pt x="5571" y="301"/>
                    <a:pt x="6073" y="812"/>
                    <a:pt x="6073" y="1434"/>
                  </a:cubicBezTo>
                  <a:cubicBezTo>
                    <a:pt x="6061" y="1565"/>
                    <a:pt x="6049" y="1672"/>
                    <a:pt x="6013" y="1791"/>
                  </a:cubicBezTo>
                  <a:cubicBezTo>
                    <a:pt x="5926" y="1786"/>
                    <a:pt x="5839" y="1784"/>
                    <a:pt x="5752" y="1784"/>
                  </a:cubicBezTo>
                  <a:cubicBezTo>
                    <a:pt x="5601" y="1784"/>
                    <a:pt x="5450" y="1792"/>
                    <a:pt x="5299" y="1815"/>
                  </a:cubicBezTo>
                  <a:cubicBezTo>
                    <a:pt x="5216" y="1838"/>
                    <a:pt x="5120" y="1898"/>
                    <a:pt x="5085" y="1969"/>
                  </a:cubicBezTo>
                  <a:cubicBezTo>
                    <a:pt x="5037" y="2041"/>
                    <a:pt x="5001" y="2148"/>
                    <a:pt x="5037" y="2231"/>
                  </a:cubicBezTo>
                  <a:lnTo>
                    <a:pt x="5109" y="2565"/>
                  </a:lnTo>
                  <a:cubicBezTo>
                    <a:pt x="5055" y="2571"/>
                    <a:pt x="4998" y="2574"/>
                    <a:pt x="4943" y="2574"/>
                  </a:cubicBezTo>
                  <a:cubicBezTo>
                    <a:pt x="4888" y="2574"/>
                    <a:pt x="4835" y="2571"/>
                    <a:pt x="4787" y="2565"/>
                  </a:cubicBezTo>
                  <a:lnTo>
                    <a:pt x="4870" y="2231"/>
                  </a:lnTo>
                  <a:lnTo>
                    <a:pt x="4870" y="2136"/>
                  </a:lnTo>
                  <a:cubicBezTo>
                    <a:pt x="4870" y="2077"/>
                    <a:pt x="4859" y="2017"/>
                    <a:pt x="4823" y="1969"/>
                  </a:cubicBezTo>
                  <a:cubicBezTo>
                    <a:pt x="4787" y="1898"/>
                    <a:pt x="4692" y="1838"/>
                    <a:pt x="4609" y="1815"/>
                  </a:cubicBezTo>
                  <a:cubicBezTo>
                    <a:pt x="4453" y="1791"/>
                    <a:pt x="4288" y="1773"/>
                    <a:pt x="4126" y="1773"/>
                  </a:cubicBezTo>
                  <a:cubicBezTo>
                    <a:pt x="4039" y="1773"/>
                    <a:pt x="3953" y="1778"/>
                    <a:pt x="3870" y="1791"/>
                  </a:cubicBezTo>
                  <a:cubicBezTo>
                    <a:pt x="3847" y="1684"/>
                    <a:pt x="3835" y="1577"/>
                    <a:pt x="3811" y="1457"/>
                  </a:cubicBezTo>
                  <a:cubicBezTo>
                    <a:pt x="3799" y="850"/>
                    <a:pt x="4287" y="326"/>
                    <a:pt x="4882" y="303"/>
                  </a:cubicBezTo>
                  <a:cubicBezTo>
                    <a:pt x="4904" y="301"/>
                    <a:pt x="4925" y="301"/>
                    <a:pt x="4945" y="301"/>
                  </a:cubicBezTo>
                  <a:close/>
                  <a:moveTo>
                    <a:pt x="5192" y="2874"/>
                  </a:moveTo>
                  <a:lnTo>
                    <a:pt x="5478" y="4041"/>
                  </a:lnTo>
                  <a:cubicBezTo>
                    <a:pt x="5299" y="4113"/>
                    <a:pt x="5120" y="4136"/>
                    <a:pt x="4942" y="4136"/>
                  </a:cubicBezTo>
                  <a:cubicBezTo>
                    <a:pt x="4763" y="4136"/>
                    <a:pt x="4585" y="4113"/>
                    <a:pt x="4406" y="4041"/>
                  </a:cubicBezTo>
                  <a:lnTo>
                    <a:pt x="4704" y="2874"/>
                  </a:lnTo>
                  <a:cubicBezTo>
                    <a:pt x="4775" y="2886"/>
                    <a:pt x="4859" y="2886"/>
                    <a:pt x="4942" y="2886"/>
                  </a:cubicBezTo>
                  <a:cubicBezTo>
                    <a:pt x="5037" y="2886"/>
                    <a:pt x="5109" y="2886"/>
                    <a:pt x="5192" y="2874"/>
                  </a:cubicBezTo>
                  <a:close/>
                  <a:moveTo>
                    <a:pt x="5561" y="4351"/>
                  </a:moveTo>
                  <a:lnTo>
                    <a:pt x="5752" y="5136"/>
                  </a:lnTo>
                  <a:cubicBezTo>
                    <a:pt x="5513" y="5303"/>
                    <a:pt x="5228" y="5387"/>
                    <a:pt x="4942" y="5387"/>
                  </a:cubicBezTo>
                  <a:cubicBezTo>
                    <a:pt x="4668" y="5387"/>
                    <a:pt x="4382" y="5303"/>
                    <a:pt x="4144" y="5136"/>
                  </a:cubicBezTo>
                  <a:lnTo>
                    <a:pt x="4335" y="4351"/>
                  </a:lnTo>
                  <a:cubicBezTo>
                    <a:pt x="4525" y="4422"/>
                    <a:pt x="4739" y="4458"/>
                    <a:pt x="4942" y="4458"/>
                  </a:cubicBezTo>
                  <a:cubicBezTo>
                    <a:pt x="5156" y="4458"/>
                    <a:pt x="5359" y="4422"/>
                    <a:pt x="5561" y="4351"/>
                  </a:cubicBezTo>
                  <a:close/>
                  <a:moveTo>
                    <a:pt x="5823" y="5470"/>
                  </a:moveTo>
                  <a:lnTo>
                    <a:pt x="5918" y="5827"/>
                  </a:lnTo>
                  <a:cubicBezTo>
                    <a:pt x="5632" y="6160"/>
                    <a:pt x="5287" y="6339"/>
                    <a:pt x="4930" y="6339"/>
                  </a:cubicBezTo>
                  <a:cubicBezTo>
                    <a:pt x="4573" y="6339"/>
                    <a:pt x="4228" y="6160"/>
                    <a:pt x="3954" y="5827"/>
                  </a:cubicBezTo>
                  <a:lnTo>
                    <a:pt x="4037" y="5470"/>
                  </a:lnTo>
                  <a:cubicBezTo>
                    <a:pt x="4311" y="5625"/>
                    <a:pt x="4620" y="5708"/>
                    <a:pt x="4930" y="5708"/>
                  </a:cubicBezTo>
                  <a:cubicBezTo>
                    <a:pt x="5240" y="5708"/>
                    <a:pt x="5537" y="5613"/>
                    <a:pt x="5823" y="5470"/>
                  </a:cubicBezTo>
                  <a:close/>
                  <a:moveTo>
                    <a:pt x="4097" y="2088"/>
                  </a:moveTo>
                  <a:cubicBezTo>
                    <a:pt x="4228" y="2088"/>
                    <a:pt x="4382" y="2100"/>
                    <a:pt x="4513" y="2112"/>
                  </a:cubicBezTo>
                  <a:cubicBezTo>
                    <a:pt x="4525" y="2112"/>
                    <a:pt x="4525" y="2112"/>
                    <a:pt x="4525" y="2136"/>
                  </a:cubicBezTo>
                  <a:lnTo>
                    <a:pt x="4525" y="2148"/>
                  </a:lnTo>
                  <a:lnTo>
                    <a:pt x="4037" y="4077"/>
                  </a:lnTo>
                  <a:lnTo>
                    <a:pt x="3358" y="6922"/>
                  </a:lnTo>
                  <a:cubicBezTo>
                    <a:pt x="3358" y="6922"/>
                    <a:pt x="3358" y="6934"/>
                    <a:pt x="3335" y="6934"/>
                  </a:cubicBezTo>
                  <a:lnTo>
                    <a:pt x="3323" y="6934"/>
                  </a:lnTo>
                  <a:cubicBezTo>
                    <a:pt x="2084" y="6541"/>
                    <a:pt x="1370" y="5232"/>
                    <a:pt x="1691" y="3982"/>
                  </a:cubicBezTo>
                  <a:cubicBezTo>
                    <a:pt x="1965" y="2862"/>
                    <a:pt x="2977" y="2088"/>
                    <a:pt x="4097" y="2088"/>
                  </a:cubicBezTo>
                  <a:close/>
                  <a:moveTo>
                    <a:pt x="7445" y="1"/>
                  </a:moveTo>
                  <a:cubicBezTo>
                    <a:pt x="7364" y="1"/>
                    <a:pt x="7299" y="77"/>
                    <a:pt x="7299" y="172"/>
                  </a:cubicBezTo>
                  <a:lnTo>
                    <a:pt x="7299" y="2231"/>
                  </a:lnTo>
                  <a:cubicBezTo>
                    <a:pt x="7002" y="2041"/>
                    <a:pt x="6668" y="1910"/>
                    <a:pt x="6335" y="1827"/>
                  </a:cubicBezTo>
                  <a:cubicBezTo>
                    <a:pt x="6359" y="1696"/>
                    <a:pt x="6394" y="1577"/>
                    <a:pt x="6394" y="1446"/>
                  </a:cubicBezTo>
                  <a:cubicBezTo>
                    <a:pt x="6394" y="672"/>
                    <a:pt x="5763" y="29"/>
                    <a:pt x="4990" y="5"/>
                  </a:cubicBezTo>
                  <a:cubicBezTo>
                    <a:pt x="4968" y="4"/>
                    <a:pt x="4947" y="4"/>
                    <a:pt x="4925" y="4"/>
                  </a:cubicBezTo>
                  <a:cubicBezTo>
                    <a:pt x="4133" y="4"/>
                    <a:pt x="3489" y="645"/>
                    <a:pt x="3489" y="1446"/>
                  </a:cubicBezTo>
                  <a:cubicBezTo>
                    <a:pt x="3489" y="1577"/>
                    <a:pt x="3501" y="1707"/>
                    <a:pt x="3549" y="1827"/>
                  </a:cubicBezTo>
                  <a:cubicBezTo>
                    <a:pt x="3204" y="1910"/>
                    <a:pt x="2894" y="2041"/>
                    <a:pt x="2596" y="2219"/>
                  </a:cubicBezTo>
                  <a:cubicBezTo>
                    <a:pt x="2001" y="2612"/>
                    <a:pt x="1572" y="3208"/>
                    <a:pt x="1406" y="3886"/>
                  </a:cubicBezTo>
                  <a:cubicBezTo>
                    <a:pt x="1299" y="4315"/>
                    <a:pt x="1287" y="4767"/>
                    <a:pt x="1394" y="5196"/>
                  </a:cubicBezTo>
                  <a:lnTo>
                    <a:pt x="179" y="5196"/>
                  </a:lnTo>
                  <a:cubicBezTo>
                    <a:pt x="108" y="5196"/>
                    <a:pt x="37" y="5256"/>
                    <a:pt x="25" y="5327"/>
                  </a:cubicBezTo>
                  <a:cubicBezTo>
                    <a:pt x="1" y="5422"/>
                    <a:pt x="84" y="5506"/>
                    <a:pt x="179" y="5506"/>
                  </a:cubicBezTo>
                  <a:lnTo>
                    <a:pt x="1489" y="5506"/>
                  </a:lnTo>
                  <a:cubicBezTo>
                    <a:pt x="1537" y="5637"/>
                    <a:pt x="1608" y="5791"/>
                    <a:pt x="1691" y="5922"/>
                  </a:cubicBezTo>
                  <a:cubicBezTo>
                    <a:pt x="2025" y="6553"/>
                    <a:pt x="2596" y="7006"/>
                    <a:pt x="3263" y="7232"/>
                  </a:cubicBezTo>
                  <a:cubicBezTo>
                    <a:pt x="3299" y="7244"/>
                    <a:pt x="3335" y="7244"/>
                    <a:pt x="3370" y="7244"/>
                  </a:cubicBezTo>
                  <a:cubicBezTo>
                    <a:pt x="3430" y="7244"/>
                    <a:pt x="3489" y="7232"/>
                    <a:pt x="3537" y="7208"/>
                  </a:cubicBezTo>
                  <a:cubicBezTo>
                    <a:pt x="3620" y="7161"/>
                    <a:pt x="3680" y="7089"/>
                    <a:pt x="3692" y="6994"/>
                  </a:cubicBezTo>
                  <a:lnTo>
                    <a:pt x="3906" y="6184"/>
                  </a:lnTo>
                  <a:cubicBezTo>
                    <a:pt x="4216" y="6482"/>
                    <a:pt x="4585" y="6637"/>
                    <a:pt x="4978" y="6637"/>
                  </a:cubicBezTo>
                  <a:cubicBezTo>
                    <a:pt x="5359" y="6637"/>
                    <a:pt x="5740" y="6482"/>
                    <a:pt x="6049" y="6184"/>
                  </a:cubicBezTo>
                  <a:lnTo>
                    <a:pt x="6252" y="6994"/>
                  </a:lnTo>
                  <a:cubicBezTo>
                    <a:pt x="6287" y="7089"/>
                    <a:pt x="6347" y="7161"/>
                    <a:pt x="6418" y="7208"/>
                  </a:cubicBezTo>
                  <a:cubicBezTo>
                    <a:pt x="6466" y="7232"/>
                    <a:pt x="6525" y="7244"/>
                    <a:pt x="6585" y="7244"/>
                  </a:cubicBezTo>
                  <a:cubicBezTo>
                    <a:pt x="6609" y="7244"/>
                    <a:pt x="6656" y="7244"/>
                    <a:pt x="6692" y="7232"/>
                  </a:cubicBezTo>
                  <a:cubicBezTo>
                    <a:pt x="6942" y="7149"/>
                    <a:pt x="7192" y="7030"/>
                    <a:pt x="7418" y="6863"/>
                  </a:cubicBezTo>
                  <a:cubicBezTo>
                    <a:pt x="7478" y="6815"/>
                    <a:pt x="7502" y="6732"/>
                    <a:pt x="7478" y="6649"/>
                  </a:cubicBezTo>
                  <a:cubicBezTo>
                    <a:pt x="7447" y="6594"/>
                    <a:pt x="7390" y="6570"/>
                    <a:pt x="7335" y="6570"/>
                  </a:cubicBezTo>
                  <a:cubicBezTo>
                    <a:pt x="7305" y="6570"/>
                    <a:pt x="7276" y="6577"/>
                    <a:pt x="7252" y="6589"/>
                  </a:cubicBezTo>
                  <a:cubicBezTo>
                    <a:pt x="7061" y="6732"/>
                    <a:pt x="6835" y="6851"/>
                    <a:pt x="6597" y="6922"/>
                  </a:cubicBezTo>
                  <a:lnTo>
                    <a:pt x="6585" y="6922"/>
                  </a:lnTo>
                  <a:lnTo>
                    <a:pt x="6573" y="6911"/>
                  </a:lnTo>
                  <a:lnTo>
                    <a:pt x="5382" y="2148"/>
                  </a:lnTo>
                  <a:lnTo>
                    <a:pt x="5382" y="2124"/>
                  </a:lnTo>
                  <a:lnTo>
                    <a:pt x="5394" y="2112"/>
                  </a:lnTo>
                  <a:cubicBezTo>
                    <a:pt x="5537" y="2087"/>
                    <a:pt x="5678" y="2075"/>
                    <a:pt x="5819" y="2075"/>
                  </a:cubicBezTo>
                  <a:cubicBezTo>
                    <a:pt x="6936" y="2075"/>
                    <a:pt x="7954" y="2847"/>
                    <a:pt x="8240" y="3958"/>
                  </a:cubicBezTo>
                  <a:cubicBezTo>
                    <a:pt x="8430" y="4744"/>
                    <a:pt x="8240" y="5577"/>
                    <a:pt x="7716" y="6196"/>
                  </a:cubicBezTo>
                  <a:cubicBezTo>
                    <a:pt x="7668" y="6256"/>
                    <a:pt x="7657" y="6339"/>
                    <a:pt x="7716" y="6399"/>
                  </a:cubicBezTo>
                  <a:cubicBezTo>
                    <a:pt x="7746" y="6434"/>
                    <a:pt x="7790" y="6452"/>
                    <a:pt x="7835" y="6452"/>
                  </a:cubicBezTo>
                  <a:cubicBezTo>
                    <a:pt x="7880" y="6452"/>
                    <a:pt x="7924" y="6434"/>
                    <a:pt x="7954" y="6399"/>
                  </a:cubicBezTo>
                  <a:cubicBezTo>
                    <a:pt x="8490" y="5732"/>
                    <a:pt x="8716" y="4779"/>
                    <a:pt x="8490" y="3898"/>
                  </a:cubicBezTo>
                  <a:cubicBezTo>
                    <a:pt x="8359" y="3339"/>
                    <a:pt x="8038" y="2850"/>
                    <a:pt x="7609" y="2469"/>
                  </a:cubicBezTo>
                  <a:lnTo>
                    <a:pt x="7609" y="172"/>
                  </a:lnTo>
                  <a:cubicBezTo>
                    <a:pt x="7609" y="88"/>
                    <a:pt x="7549" y="17"/>
                    <a:pt x="7478" y="5"/>
                  </a:cubicBezTo>
                  <a:cubicBezTo>
                    <a:pt x="7467" y="2"/>
                    <a:pt x="7456" y="1"/>
                    <a:pt x="7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5"/>
            <p:cNvSpPr/>
            <p:nvPr/>
          </p:nvSpPr>
          <p:spPr>
            <a:xfrm>
              <a:off x="2782188" y="3363400"/>
              <a:ext cx="35450" cy="35150"/>
            </a:xfrm>
            <a:custGeom>
              <a:avLst/>
              <a:gdLst/>
              <a:ahLst/>
              <a:cxnLst/>
              <a:rect l="l" t="t" r="r" b="b"/>
              <a:pathLst>
                <a:path w="1418" h="1406" extrusionOk="0">
                  <a:moveTo>
                    <a:pt x="703" y="322"/>
                  </a:moveTo>
                  <a:cubicBezTo>
                    <a:pt x="905" y="322"/>
                    <a:pt x="1084" y="501"/>
                    <a:pt x="1084" y="703"/>
                  </a:cubicBezTo>
                  <a:cubicBezTo>
                    <a:pt x="1084" y="929"/>
                    <a:pt x="917" y="1096"/>
                    <a:pt x="703" y="1096"/>
                  </a:cubicBezTo>
                  <a:cubicBezTo>
                    <a:pt x="489" y="1096"/>
                    <a:pt x="310" y="917"/>
                    <a:pt x="310" y="703"/>
                  </a:cubicBezTo>
                  <a:cubicBezTo>
                    <a:pt x="310" y="501"/>
                    <a:pt x="489" y="322"/>
                    <a:pt x="703" y="322"/>
                  </a:cubicBezTo>
                  <a:close/>
                  <a:moveTo>
                    <a:pt x="703" y="1"/>
                  </a:moveTo>
                  <a:cubicBezTo>
                    <a:pt x="310" y="1"/>
                    <a:pt x="0" y="322"/>
                    <a:pt x="0" y="703"/>
                  </a:cubicBezTo>
                  <a:cubicBezTo>
                    <a:pt x="0" y="1096"/>
                    <a:pt x="310" y="1406"/>
                    <a:pt x="703" y="1406"/>
                  </a:cubicBezTo>
                  <a:cubicBezTo>
                    <a:pt x="1084" y="1406"/>
                    <a:pt x="1394" y="1096"/>
                    <a:pt x="1394" y="703"/>
                  </a:cubicBezTo>
                  <a:cubicBezTo>
                    <a:pt x="1417" y="322"/>
                    <a:pt x="1084" y="1"/>
                    <a:pt x="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5"/>
            <p:cNvSpPr/>
            <p:nvPr/>
          </p:nvSpPr>
          <p:spPr>
            <a:xfrm>
              <a:off x="2661938" y="3363400"/>
              <a:ext cx="35450" cy="35150"/>
            </a:xfrm>
            <a:custGeom>
              <a:avLst/>
              <a:gdLst/>
              <a:ahLst/>
              <a:cxnLst/>
              <a:rect l="l" t="t" r="r" b="b"/>
              <a:pathLst>
                <a:path w="1418" h="1406" extrusionOk="0">
                  <a:moveTo>
                    <a:pt x="703" y="322"/>
                  </a:moveTo>
                  <a:cubicBezTo>
                    <a:pt x="905" y="322"/>
                    <a:pt x="1084" y="501"/>
                    <a:pt x="1084" y="703"/>
                  </a:cubicBezTo>
                  <a:cubicBezTo>
                    <a:pt x="1084" y="929"/>
                    <a:pt x="929" y="1096"/>
                    <a:pt x="703" y="1096"/>
                  </a:cubicBezTo>
                  <a:cubicBezTo>
                    <a:pt x="489" y="1096"/>
                    <a:pt x="310" y="917"/>
                    <a:pt x="310" y="703"/>
                  </a:cubicBezTo>
                  <a:cubicBezTo>
                    <a:pt x="310" y="501"/>
                    <a:pt x="489" y="322"/>
                    <a:pt x="703" y="322"/>
                  </a:cubicBezTo>
                  <a:close/>
                  <a:moveTo>
                    <a:pt x="703" y="1"/>
                  </a:moveTo>
                  <a:cubicBezTo>
                    <a:pt x="310" y="1"/>
                    <a:pt x="0" y="322"/>
                    <a:pt x="0" y="703"/>
                  </a:cubicBezTo>
                  <a:cubicBezTo>
                    <a:pt x="0" y="1096"/>
                    <a:pt x="310" y="1406"/>
                    <a:pt x="703" y="1406"/>
                  </a:cubicBezTo>
                  <a:cubicBezTo>
                    <a:pt x="1084" y="1406"/>
                    <a:pt x="1405" y="1096"/>
                    <a:pt x="1405" y="703"/>
                  </a:cubicBezTo>
                  <a:cubicBezTo>
                    <a:pt x="1417" y="322"/>
                    <a:pt x="1084" y="1"/>
                    <a:pt x="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5"/>
            <p:cNvSpPr/>
            <p:nvPr/>
          </p:nvSpPr>
          <p:spPr>
            <a:xfrm>
              <a:off x="2710738" y="3257450"/>
              <a:ext cx="7775" cy="17600"/>
            </a:xfrm>
            <a:custGeom>
              <a:avLst/>
              <a:gdLst/>
              <a:ahLst/>
              <a:cxnLst/>
              <a:rect l="l" t="t" r="r" b="b"/>
              <a:pathLst>
                <a:path w="311" h="704" extrusionOk="0">
                  <a:moveTo>
                    <a:pt x="132" y="0"/>
                  </a:moveTo>
                  <a:cubicBezTo>
                    <a:pt x="61" y="12"/>
                    <a:pt x="1" y="95"/>
                    <a:pt x="1" y="167"/>
                  </a:cubicBezTo>
                  <a:lnTo>
                    <a:pt x="1" y="536"/>
                  </a:lnTo>
                  <a:cubicBezTo>
                    <a:pt x="1" y="607"/>
                    <a:pt x="61" y="691"/>
                    <a:pt x="132" y="703"/>
                  </a:cubicBezTo>
                  <a:cubicBezTo>
                    <a:pt x="139" y="703"/>
                    <a:pt x="146" y="704"/>
                    <a:pt x="153" y="704"/>
                  </a:cubicBezTo>
                  <a:cubicBezTo>
                    <a:pt x="239" y="704"/>
                    <a:pt x="311" y="635"/>
                    <a:pt x="311" y="536"/>
                  </a:cubicBezTo>
                  <a:lnTo>
                    <a:pt x="311" y="167"/>
                  </a:lnTo>
                  <a:cubicBezTo>
                    <a:pt x="311" y="71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5"/>
            <p:cNvSpPr/>
            <p:nvPr/>
          </p:nvSpPr>
          <p:spPr>
            <a:xfrm>
              <a:off x="2760463" y="3257450"/>
              <a:ext cx="7750" cy="17600"/>
            </a:xfrm>
            <a:custGeom>
              <a:avLst/>
              <a:gdLst/>
              <a:ahLst/>
              <a:cxnLst/>
              <a:rect l="l" t="t" r="r" b="b"/>
              <a:pathLst>
                <a:path w="310" h="704" extrusionOk="0">
                  <a:moveTo>
                    <a:pt x="131" y="0"/>
                  </a:moveTo>
                  <a:cubicBezTo>
                    <a:pt x="60" y="12"/>
                    <a:pt x="0" y="95"/>
                    <a:pt x="0" y="167"/>
                  </a:cubicBezTo>
                  <a:lnTo>
                    <a:pt x="0" y="536"/>
                  </a:lnTo>
                  <a:cubicBezTo>
                    <a:pt x="0" y="607"/>
                    <a:pt x="60" y="691"/>
                    <a:pt x="131" y="703"/>
                  </a:cubicBezTo>
                  <a:cubicBezTo>
                    <a:pt x="138" y="703"/>
                    <a:pt x="145" y="704"/>
                    <a:pt x="152" y="704"/>
                  </a:cubicBezTo>
                  <a:cubicBezTo>
                    <a:pt x="238" y="704"/>
                    <a:pt x="310" y="635"/>
                    <a:pt x="310" y="536"/>
                  </a:cubicBezTo>
                  <a:lnTo>
                    <a:pt x="310" y="167"/>
                  </a:lnTo>
                  <a:cubicBezTo>
                    <a:pt x="310" y="71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5"/>
            <p:cNvSpPr/>
            <p:nvPr/>
          </p:nvSpPr>
          <p:spPr>
            <a:xfrm>
              <a:off x="2585138" y="3275600"/>
              <a:ext cx="95875" cy="34250"/>
            </a:xfrm>
            <a:custGeom>
              <a:avLst/>
              <a:gdLst/>
              <a:ahLst/>
              <a:cxnLst/>
              <a:rect l="l" t="t" r="r" b="b"/>
              <a:pathLst>
                <a:path w="3835" h="1370" extrusionOk="0">
                  <a:moveTo>
                    <a:pt x="1941" y="322"/>
                  </a:moveTo>
                  <a:lnTo>
                    <a:pt x="2703" y="1072"/>
                  </a:lnTo>
                  <a:lnTo>
                    <a:pt x="1941" y="1072"/>
                  </a:lnTo>
                  <a:lnTo>
                    <a:pt x="1179" y="322"/>
                  </a:lnTo>
                  <a:close/>
                  <a:moveTo>
                    <a:pt x="3465" y="322"/>
                  </a:moveTo>
                  <a:cubicBezTo>
                    <a:pt x="3489" y="322"/>
                    <a:pt x="3525" y="346"/>
                    <a:pt x="3525" y="369"/>
                  </a:cubicBezTo>
                  <a:lnTo>
                    <a:pt x="3525" y="1012"/>
                  </a:lnTo>
                  <a:cubicBezTo>
                    <a:pt x="3525" y="1048"/>
                    <a:pt x="3489" y="1072"/>
                    <a:pt x="3465" y="1072"/>
                  </a:cubicBezTo>
                  <a:lnTo>
                    <a:pt x="3132" y="1072"/>
                  </a:lnTo>
                  <a:cubicBezTo>
                    <a:pt x="3132" y="1072"/>
                    <a:pt x="3132" y="1060"/>
                    <a:pt x="3120" y="1060"/>
                  </a:cubicBezTo>
                  <a:lnTo>
                    <a:pt x="2370" y="322"/>
                  </a:lnTo>
                  <a:close/>
                  <a:moveTo>
                    <a:pt x="763" y="334"/>
                  </a:moveTo>
                  <a:lnTo>
                    <a:pt x="1525" y="1096"/>
                  </a:lnTo>
                  <a:lnTo>
                    <a:pt x="382" y="1096"/>
                  </a:lnTo>
                  <a:lnTo>
                    <a:pt x="382" y="1072"/>
                  </a:lnTo>
                  <a:cubicBezTo>
                    <a:pt x="346" y="1072"/>
                    <a:pt x="322" y="1048"/>
                    <a:pt x="322" y="1012"/>
                  </a:cubicBezTo>
                  <a:lnTo>
                    <a:pt x="322" y="393"/>
                  </a:lnTo>
                  <a:cubicBezTo>
                    <a:pt x="322" y="357"/>
                    <a:pt x="346" y="334"/>
                    <a:pt x="382" y="334"/>
                  </a:cubicBezTo>
                  <a:close/>
                  <a:moveTo>
                    <a:pt x="382" y="0"/>
                  </a:moveTo>
                  <a:cubicBezTo>
                    <a:pt x="167" y="0"/>
                    <a:pt x="1" y="167"/>
                    <a:pt x="1" y="381"/>
                  </a:cubicBezTo>
                  <a:lnTo>
                    <a:pt x="1" y="1000"/>
                  </a:lnTo>
                  <a:cubicBezTo>
                    <a:pt x="1" y="1215"/>
                    <a:pt x="167" y="1370"/>
                    <a:pt x="382" y="1370"/>
                  </a:cubicBezTo>
                  <a:lnTo>
                    <a:pt x="3441" y="1370"/>
                  </a:lnTo>
                  <a:cubicBezTo>
                    <a:pt x="3656" y="1370"/>
                    <a:pt x="3822" y="1215"/>
                    <a:pt x="3822" y="1000"/>
                  </a:cubicBezTo>
                  <a:lnTo>
                    <a:pt x="3822" y="381"/>
                  </a:lnTo>
                  <a:cubicBezTo>
                    <a:pt x="3834" y="167"/>
                    <a:pt x="3656" y="0"/>
                    <a:pt x="3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5"/>
            <p:cNvSpPr/>
            <p:nvPr/>
          </p:nvSpPr>
          <p:spPr>
            <a:xfrm>
              <a:off x="2596738" y="3323225"/>
              <a:ext cx="7775" cy="9050"/>
            </a:xfrm>
            <a:custGeom>
              <a:avLst/>
              <a:gdLst/>
              <a:ahLst/>
              <a:cxnLst/>
              <a:rect l="l" t="t" r="r" b="b"/>
              <a:pathLst>
                <a:path w="311" h="362" extrusionOk="0">
                  <a:moveTo>
                    <a:pt x="132" y="0"/>
                  </a:moveTo>
                  <a:cubicBezTo>
                    <a:pt x="60" y="24"/>
                    <a:pt x="1" y="96"/>
                    <a:pt x="1" y="179"/>
                  </a:cubicBezTo>
                  <a:lnTo>
                    <a:pt x="1" y="203"/>
                  </a:lnTo>
                  <a:cubicBezTo>
                    <a:pt x="1" y="274"/>
                    <a:pt x="60" y="346"/>
                    <a:pt x="132" y="357"/>
                  </a:cubicBezTo>
                  <a:cubicBezTo>
                    <a:pt x="143" y="360"/>
                    <a:pt x="154" y="362"/>
                    <a:pt x="165" y="362"/>
                  </a:cubicBezTo>
                  <a:cubicBezTo>
                    <a:pt x="245" y="362"/>
                    <a:pt x="310" y="287"/>
                    <a:pt x="310" y="203"/>
                  </a:cubicBezTo>
                  <a:lnTo>
                    <a:pt x="310" y="167"/>
                  </a:lnTo>
                  <a:cubicBezTo>
                    <a:pt x="310" y="84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5"/>
            <p:cNvSpPr/>
            <p:nvPr/>
          </p:nvSpPr>
          <p:spPr>
            <a:xfrm>
              <a:off x="2608663" y="3323225"/>
              <a:ext cx="8050" cy="9050"/>
            </a:xfrm>
            <a:custGeom>
              <a:avLst/>
              <a:gdLst/>
              <a:ahLst/>
              <a:cxnLst/>
              <a:rect l="l" t="t" r="r" b="b"/>
              <a:pathLst>
                <a:path w="322" h="362" extrusionOk="0">
                  <a:moveTo>
                    <a:pt x="143" y="0"/>
                  </a:moveTo>
                  <a:cubicBezTo>
                    <a:pt x="60" y="24"/>
                    <a:pt x="0" y="96"/>
                    <a:pt x="0" y="179"/>
                  </a:cubicBezTo>
                  <a:lnTo>
                    <a:pt x="0" y="203"/>
                  </a:lnTo>
                  <a:cubicBezTo>
                    <a:pt x="0" y="274"/>
                    <a:pt x="60" y="346"/>
                    <a:pt x="143" y="357"/>
                  </a:cubicBezTo>
                  <a:cubicBezTo>
                    <a:pt x="153" y="360"/>
                    <a:pt x="163" y="362"/>
                    <a:pt x="173" y="362"/>
                  </a:cubicBezTo>
                  <a:cubicBezTo>
                    <a:pt x="247" y="362"/>
                    <a:pt x="322" y="287"/>
                    <a:pt x="322" y="203"/>
                  </a:cubicBezTo>
                  <a:lnTo>
                    <a:pt x="322" y="167"/>
                  </a:lnTo>
                  <a:cubicBezTo>
                    <a:pt x="322" y="84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5"/>
            <p:cNvSpPr/>
            <p:nvPr/>
          </p:nvSpPr>
          <p:spPr>
            <a:xfrm>
              <a:off x="2593188" y="3339300"/>
              <a:ext cx="27100" cy="7750"/>
            </a:xfrm>
            <a:custGeom>
              <a:avLst/>
              <a:gdLst/>
              <a:ahLst/>
              <a:cxnLst/>
              <a:rect l="l" t="t" r="r" b="b"/>
              <a:pathLst>
                <a:path w="1084" h="310" extrusionOk="0">
                  <a:moveTo>
                    <a:pt x="179" y="0"/>
                  </a:moveTo>
                  <a:cubicBezTo>
                    <a:pt x="107" y="0"/>
                    <a:pt x="24" y="60"/>
                    <a:pt x="12" y="131"/>
                  </a:cubicBezTo>
                  <a:cubicBezTo>
                    <a:pt x="0" y="226"/>
                    <a:pt x="71" y="310"/>
                    <a:pt x="179" y="310"/>
                  </a:cubicBezTo>
                  <a:lnTo>
                    <a:pt x="917" y="310"/>
                  </a:lnTo>
                  <a:cubicBezTo>
                    <a:pt x="1000" y="310"/>
                    <a:pt x="1072" y="250"/>
                    <a:pt x="1083" y="179"/>
                  </a:cubicBezTo>
                  <a:cubicBezTo>
                    <a:pt x="1083" y="72"/>
                    <a:pt x="1012" y="0"/>
                    <a:pt x="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5"/>
            <p:cNvSpPr/>
            <p:nvPr/>
          </p:nvSpPr>
          <p:spPr>
            <a:xfrm>
              <a:off x="2593188" y="3350900"/>
              <a:ext cx="50625" cy="7775"/>
            </a:xfrm>
            <a:custGeom>
              <a:avLst/>
              <a:gdLst/>
              <a:ahLst/>
              <a:cxnLst/>
              <a:rect l="l" t="t" r="r" b="b"/>
              <a:pathLst>
                <a:path w="2025" h="311" extrusionOk="0">
                  <a:moveTo>
                    <a:pt x="179" y="1"/>
                  </a:moveTo>
                  <a:cubicBezTo>
                    <a:pt x="107" y="1"/>
                    <a:pt x="24" y="60"/>
                    <a:pt x="12" y="132"/>
                  </a:cubicBezTo>
                  <a:cubicBezTo>
                    <a:pt x="0" y="227"/>
                    <a:pt x="71" y="310"/>
                    <a:pt x="179" y="310"/>
                  </a:cubicBezTo>
                  <a:lnTo>
                    <a:pt x="1857" y="310"/>
                  </a:lnTo>
                  <a:cubicBezTo>
                    <a:pt x="1929" y="310"/>
                    <a:pt x="2012" y="251"/>
                    <a:pt x="2024" y="179"/>
                  </a:cubicBezTo>
                  <a:cubicBezTo>
                    <a:pt x="2024" y="72"/>
                    <a:pt x="1953" y="1"/>
                    <a:pt x="1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5"/>
            <p:cNvSpPr/>
            <p:nvPr/>
          </p:nvSpPr>
          <p:spPr>
            <a:xfrm>
              <a:off x="2593188" y="3362800"/>
              <a:ext cx="50625" cy="7775"/>
            </a:xfrm>
            <a:custGeom>
              <a:avLst/>
              <a:gdLst/>
              <a:ahLst/>
              <a:cxnLst/>
              <a:rect l="l" t="t" r="r" b="b"/>
              <a:pathLst>
                <a:path w="2025" h="311" extrusionOk="0">
                  <a:moveTo>
                    <a:pt x="179" y="1"/>
                  </a:moveTo>
                  <a:cubicBezTo>
                    <a:pt x="107" y="1"/>
                    <a:pt x="24" y="60"/>
                    <a:pt x="12" y="132"/>
                  </a:cubicBezTo>
                  <a:cubicBezTo>
                    <a:pt x="0" y="227"/>
                    <a:pt x="71" y="310"/>
                    <a:pt x="179" y="310"/>
                  </a:cubicBezTo>
                  <a:lnTo>
                    <a:pt x="1857" y="310"/>
                  </a:lnTo>
                  <a:cubicBezTo>
                    <a:pt x="1929" y="310"/>
                    <a:pt x="2012" y="251"/>
                    <a:pt x="2024" y="179"/>
                  </a:cubicBezTo>
                  <a:cubicBezTo>
                    <a:pt x="2024" y="84"/>
                    <a:pt x="1953" y="1"/>
                    <a:pt x="1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8" name="Google Shape;1408;p35"/>
          <p:cNvGrpSpPr/>
          <p:nvPr/>
        </p:nvGrpSpPr>
        <p:grpSpPr>
          <a:xfrm>
            <a:off x="3420167" y="3511946"/>
            <a:ext cx="397311" cy="359556"/>
            <a:chOff x="3132238" y="3196725"/>
            <a:chExt cx="269400" cy="243800"/>
          </a:xfrm>
        </p:grpSpPr>
        <p:sp>
          <p:nvSpPr>
            <p:cNvPr id="1409" name="Google Shape;1409;p35"/>
            <p:cNvSpPr/>
            <p:nvPr/>
          </p:nvSpPr>
          <p:spPr>
            <a:xfrm>
              <a:off x="3132238" y="3196725"/>
              <a:ext cx="269400" cy="243800"/>
            </a:xfrm>
            <a:custGeom>
              <a:avLst/>
              <a:gdLst/>
              <a:ahLst/>
              <a:cxnLst/>
              <a:rect l="l" t="t" r="r" b="b"/>
              <a:pathLst>
                <a:path w="10776" h="9752" extrusionOk="0">
                  <a:moveTo>
                    <a:pt x="6525" y="8061"/>
                  </a:moveTo>
                  <a:cubicBezTo>
                    <a:pt x="6620" y="8477"/>
                    <a:pt x="6858" y="9025"/>
                    <a:pt x="7382" y="9406"/>
                  </a:cubicBezTo>
                  <a:lnTo>
                    <a:pt x="7382" y="9430"/>
                  </a:lnTo>
                  <a:lnTo>
                    <a:pt x="3453" y="9430"/>
                  </a:lnTo>
                  <a:lnTo>
                    <a:pt x="3453" y="9406"/>
                  </a:lnTo>
                  <a:cubicBezTo>
                    <a:pt x="3977" y="9013"/>
                    <a:pt x="4215" y="8477"/>
                    <a:pt x="4310" y="8061"/>
                  </a:cubicBezTo>
                  <a:close/>
                  <a:moveTo>
                    <a:pt x="941" y="0"/>
                  </a:moveTo>
                  <a:cubicBezTo>
                    <a:pt x="417" y="0"/>
                    <a:pt x="0" y="417"/>
                    <a:pt x="0" y="941"/>
                  </a:cubicBezTo>
                  <a:lnTo>
                    <a:pt x="0" y="7561"/>
                  </a:lnTo>
                  <a:cubicBezTo>
                    <a:pt x="0" y="7846"/>
                    <a:pt x="226" y="8073"/>
                    <a:pt x="512" y="8073"/>
                  </a:cubicBezTo>
                  <a:lnTo>
                    <a:pt x="3989" y="8073"/>
                  </a:lnTo>
                  <a:cubicBezTo>
                    <a:pt x="3882" y="8430"/>
                    <a:pt x="3679" y="8858"/>
                    <a:pt x="3263" y="9168"/>
                  </a:cubicBezTo>
                  <a:cubicBezTo>
                    <a:pt x="3143" y="9263"/>
                    <a:pt x="3096" y="9430"/>
                    <a:pt x="3167" y="9573"/>
                  </a:cubicBezTo>
                  <a:cubicBezTo>
                    <a:pt x="3227" y="9692"/>
                    <a:pt x="3346" y="9751"/>
                    <a:pt x="3465" y="9751"/>
                  </a:cubicBezTo>
                  <a:lnTo>
                    <a:pt x="7382" y="9751"/>
                  </a:lnTo>
                  <a:cubicBezTo>
                    <a:pt x="7513" y="9751"/>
                    <a:pt x="7632" y="9680"/>
                    <a:pt x="7680" y="9561"/>
                  </a:cubicBezTo>
                  <a:cubicBezTo>
                    <a:pt x="7739" y="9430"/>
                    <a:pt x="7692" y="9263"/>
                    <a:pt x="7573" y="9168"/>
                  </a:cubicBezTo>
                  <a:cubicBezTo>
                    <a:pt x="7156" y="8858"/>
                    <a:pt x="6953" y="8430"/>
                    <a:pt x="6846" y="8073"/>
                  </a:cubicBezTo>
                  <a:lnTo>
                    <a:pt x="8394" y="8073"/>
                  </a:lnTo>
                  <a:cubicBezTo>
                    <a:pt x="8466" y="8073"/>
                    <a:pt x="8537" y="8013"/>
                    <a:pt x="8561" y="7942"/>
                  </a:cubicBezTo>
                  <a:cubicBezTo>
                    <a:pt x="8573" y="7846"/>
                    <a:pt x="8501" y="7763"/>
                    <a:pt x="8394" y="7763"/>
                  </a:cubicBezTo>
                  <a:lnTo>
                    <a:pt x="488" y="7763"/>
                  </a:lnTo>
                  <a:cubicBezTo>
                    <a:pt x="381" y="7763"/>
                    <a:pt x="310" y="7668"/>
                    <a:pt x="310" y="7584"/>
                  </a:cubicBezTo>
                  <a:lnTo>
                    <a:pt x="310" y="6632"/>
                  </a:lnTo>
                  <a:lnTo>
                    <a:pt x="1500" y="6632"/>
                  </a:lnTo>
                  <a:cubicBezTo>
                    <a:pt x="1572" y="6632"/>
                    <a:pt x="1655" y="6572"/>
                    <a:pt x="1667" y="6489"/>
                  </a:cubicBezTo>
                  <a:cubicBezTo>
                    <a:pt x="1679" y="6406"/>
                    <a:pt x="1608" y="6310"/>
                    <a:pt x="1500" y="6310"/>
                  </a:cubicBezTo>
                  <a:lnTo>
                    <a:pt x="310" y="6310"/>
                  </a:lnTo>
                  <a:lnTo>
                    <a:pt x="310" y="953"/>
                  </a:lnTo>
                  <a:cubicBezTo>
                    <a:pt x="310" y="619"/>
                    <a:pt x="596" y="345"/>
                    <a:pt x="917" y="345"/>
                  </a:cubicBezTo>
                  <a:lnTo>
                    <a:pt x="2715" y="345"/>
                  </a:lnTo>
                  <a:lnTo>
                    <a:pt x="2715" y="6310"/>
                  </a:lnTo>
                  <a:lnTo>
                    <a:pt x="2191" y="6310"/>
                  </a:lnTo>
                  <a:cubicBezTo>
                    <a:pt x="2120" y="6310"/>
                    <a:pt x="2036" y="6370"/>
                    <a:pt x="2024" y="6453"/>
                  </a:cubicBezTo>
                  <a:cubicBezTo>
                    <a:pt x="2012" y="6537"/>
                    <a:pt x="2084" y="6632"/>
                    <a:pt x="2191" y="6632"/>
                  </a:cubicBezTo>
                  <a:lnTo>
                    <a:pt x="10478" y="6632"/>
                  </a:lnTo>
                  <a:lnTo>
                    <a:pt x="10478" y="7703"/>
                  </a:lnTo>
                  <a:cubicBezTo>
                    <a:pt x="10478" y="7727"/>
                    <a:pt x="10454" y="7763"/>
                    <a:pt x="10418" y="7763"/>
                  </a:cubicBezTo>
                  <a:lnTo>
                    <a:pt x="9025" y="7763"/>
                  </a:lnTo>
                  <a:cubicBezTo>
                    <a:pt x="9001" y="7763"/>
                    <a:pt x="8989" y="7763"/>
                    <a:pt x="8978" y="7775"/>
                  </a:cubicBezTo>
                  <a:cubicBezTo>
                    <a:pt x="8847" y="7906"/>
                    <a:pt x="8930" y="8073"/>
                    <a:pt x="9061" y="8073"/>
                  </a:cubicBezTo>
                  <a:lnTo>
                    <a:pt x="10609" y="8073"/>
                  </a:lnTo>
                  <a:cubicBezTo>
                    <a:pt x="10704" y="8073"/>
                    <a:pt x="10775" y="8001"/>
                    <a:pt x="10775" y="7906"/>
                  </a:cubicBezTo>
                  <a:lnTo>
                    <a:pt x="10775" y="953"/>
                  </a:lnTo>
                  <a:cubicBezTo>
                    <a:pt x="10775" y="417"/>
                    <a:pt x="10359" y="0"/>
                    <a:pt x="9835" y="0"/>
                  </a:cubicBezTo>
                  <a:lnTo>
                    <a:pt x="4108" y="0"/>
                  </a:lnTo>
                  <a:cubicBezTo>
                    <a:pt x="4036" y="0"/>
                    <a:pt x="3965" y="60"/>
                    <a:pt x="3941" y="143"/>
                  </a:cubicBezTo>
                  <a:cubicBezTo>
                    <a:pt x="3929" y="226"/>
                    <a:pt x="4001" y="322"/>
                    <a:pt x="4108" y="322"/>
                  </a:cubicBezTo>
                  <a:lnTo>
                    <a:pt x="9835" y="322"/>
                  </a:lnTo>
                  <a:cubicBezTo>
                    <a:pt x="10180" y="322"/>
                    <a:pt x="10454" y="595"/>
                    <a:pt x="10454" y="929"/>
                  </a:cubicBezTo>
                  <a:lnTo>
                    <a:pt x="10454" y="6287"/>
                  </a:lnTo>
                  <a:lnTo>
                    <a:pt x="3013" y="6287"/>
                  </a:lnTo>
                  <a:lnTo>
                    <a:pt x="3013" y="322"/>
                  </a:lnTo>
                  <a:lnTo>
                    <a:pt x="3453" y="322"/>
                  </a:lnTo>
                  <a:cubicBezTo>
                    <a:pt x="3524" y="322"/>
                    <a:pt x="3608" y="274"/>
                    <a:pt x="3620" y="203"/>
                  </a:cubicBezTo>
                  <a:cubicBezTo>
                    <a:pt x="3632" y="95"/>
                    <a:pt x="3560" y="0"/>
                    <a:pt x="3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5"/>
            <p:cNvSpPr/>
            <p:nvPr/>
          </p:nvSpPr>
          <p:spPr>
            <a:xfrm>
              <a:off x="3257538" y="3366075"/>
              <a:ext cx="19375" cy="19375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94" y="334"/>
                  </a:moveTo>
                  <a:cubicBezTo>
                    <a:pt x="441" y="334"/>
                    <a:pt x="465" y="358"/>
                    <a:pt x="465" y="406"/>
                  </a:cubicBezTo>
                  <a:cubicBezTo>
                    <a:pt x="465" y="453"/>
                    <a:pt x="417" y="477"/>
                    <a:pt x="394" y="477"/>
                  </a:cubicBezTo>
                  <a:cubicBezTo>
                    <a:pt x="346" y="477"/>
                    <a:pt x="322" y="453"/>
                    <a:pt x="322" y="406"/>
                  </a:cubicBezTo>
                  <a:cubicBezTo>
                    <a:pt x="322" y="358"/>
                    <a:pt x="346" y="334"/>
                    <a:pt x="394" y="334"/>
                  </a:cubicBezTo>
                  <a:close/>
                  <a:moveTo>
                    <a:pt x="394" y="1"/>
                  </a:moveTo>
                  <a:cubicBezTo>
                    <a:pt x="167" y="1"/>
                    <a:pt x="1" y="179"/>
                    <a:pt x="1" y="394"/>
                  </a:cubicBezTo>
                  <a:cubicBezTo>
                    <a:pt x="1" y="608"/>
                    <a:pt x="179" y="775"/>
                    <a:pt x="394" y="775"/>
                  </a:cubicBezTo>
                  <a:cubicBezTo>
                    <a:pt x="620" y="775"/>
                    <a:pt x="775" y="596"/>
                    <a:pt x="775" y="394"/>
                  </a:cubicBezTo>
                  <a:cubicBezTo>
                    <a:pt x="775" y="179"/>
                    <a:pt x="596" y="1"/>
                    <a:pt x="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5"/>
            <p:cNvSpPr/>
            <p:nvPr/>
          </p:nvSpPr>
          <p:spPr>
            <a:xfrm>
              <a:off x="3158138" y="3246425"/>
              <a:ext cx="8050" cy="8975"/>
            </a:xfrm>
            <a:custGeom>
              <a:avLst/>
              <a:gdLst/>
              <a:ahLst/>
              <a:cxnLst/>
              <a:rect l="l" t="t" r="r" b="b"/>
              <a:pathLst>
                <a:path w="322" h="359" extrusionOk="0">
                  <a:moveTo>
                    <a:pt x="143" y="1"/>
                  </a:moveTo>
                  <a:cubicBezTo>
                    <a:pt x="72" y="24"/>
                    <a:pt x="0" y="96"/>
                    <a:pt x="0" y="179"/>
                  </a:cubicBezTo>
                  <a:lnTo>
                    <a:pt x="0" y="191"/>
                  </a:lnTo>
                  <a:cubicBezTo>
                    <a:pt x="0" y="262"/>
                    <a:pt x="60" y="334"/>
                    <a:pt x="143" y="358"/>
                  </a:cubicBezTo>
                  <a:cubicBezTo>
                    <a:pt x="149" y="359"/>
                    <a:pt x="155" y="359"/>
                    <a:pt x="161" y="359"/>
                  </a:cubicBezTo>
                  <a:cubicBezTo>
                    <a:pt x="240" y="359"/>
                    <a:pt x="322" y="290"/>
                    <a:pt x="322" y="191"/>
                  </a:cubicBezTo>
                  <a:lnTo>
                    <a:pt x="322" y="155"/>
                  </a:lnTo>
                  <a:cubicBezTo>
                    <a:pt x="322" y="72"/>
                    <a:pt x="25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5"/>
            <p:cNvSpPr/>
            <p:nvPr/>
          </p:nvSpPr>
          <p:spPr>
            <a:xfrm>
              <a:off x="3170938" y="3246425"/>
              <a:ext cx="7750" cy="8975"/>
            </a:xfrm>
            <a:custGeom>
              <a:avLst/>
              <a:gdLst/>
              <a:ahLst/>
              <a:cxnLst/>
              <a:rect l="l" t="t" r="r" b="b"/>
              <a:pathLst>
                <a:path w="310" h="359" extrusionOk="0">
                  <a:moveTo>
                    <a:pt x="131" y="1"/>
                  </a:moveTo>
                  <a:cubicBezTo>
                    <a:pt x="60" y="24"/>
                    <a:pt x="0" y="96"/>
                    <a:pt x="0" y="179"/>
                  </a:cubicBezTo>
                  <a:lnTo>
                    <a:pt x="0" y="191"/>
                  </a:lnTo>
                  <a:cubicBezTo>
                    <a:pt x="0" y="262"/>
                    <a:pt x="60" y="334"/>
                    <a:pt x="131" y="358"/>
                  </a:cubicBezTo>
                  <a:cubicBezTo>
                    <a:pt x="138" y="359"/>
                    <a:pt x="145" y="359"/>
                    <a:pt x="152" y="359"/>
                  </a:cubicBezTo>
                  <a:cubicBezTo>
                    <a:pt x="238" y="359"/>
                    <a:pt x="310" y="290"/>
                    <a:pt x="310" y="191"/>
                  </a:cubicBezTo>
                  <a:lnTo>
                    <a:pt x="310" y="155"/>
                  </a:lnTo>
                  <a:cubicBezTo>
                    <a:pt x="310" y="72"/>
                    <a:pt x="238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5"/>
            <p:cNvSpPr/>
            <p:nvPr/>
          </p:nvSpPr>
          <p:spPr>
            <a:xfrm>
              <a:off x="3154863" y="3261900"/>
              <a:ext cx="27400" cy="7775"/>
            </a:xfrm>
            <a:custGeom>
              <a:avLst/>
              <a:gdLst/>
              <a:ahLst/>
              <a:cxnLst/>
              <a:rect l="l" t="t" r="r" b="b"/>
              <a:pathLst>
                <a:path w="1096" h="311" extrusionOk="0">
                  <a:moveTo>
                    <a:pt x="179" y="1"/>
                  </a:moveTo>
                  <a:cubicBezTo>
                    <a:pt x="107" y="1"/>
                    <a:pt x="36" y="60"/>
                    <a:pt x="24" y="132"/>
                  </a:cubicBezTo>
                  <a:cubicBezTo>
                    <a:pt x="0" y="227"/>
                    <a:pt x="83" y="310"/>
                    <a:pt x="179" y="310"/>
                  </a:cubicBezTo>
                  <a:lnTo>
                    <a:pt x="929" y="310"/>
                  </a:lnTo>
                  <a:cubicBezTo>
                    <a:pt x="1000" y="310"/>
                    <a:pt x="1072" y="251"/>
                    <a:pt x="1095" y="179"/>
                  </a:cubicBezTo>
                  <a:cubicBezTo>
                    <a:pt x="1095" y="96"/>
                    <a:pt x="101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5"/>
            <p:cNvSpPr/>
            <p:nvPr/>
          </p:nvSpPr>
          <p:spPr>
            <a:xfrm>
              <a:off x="3154863" y="3274100"/>
              <a:ext cx="27400" cy="8075"/>
            </a:xfrm>
            <a:custGeom>
              <a:avLst/>
              <a:gdLst/>
              <a:ahLst/>
              <a:cxnLst/>
              <a:rect l="l" t="t" r="r" b="b"/>
              <a:pathLst>
                <a:path w="1096" h="323" extrusionOk="0">
                  <a:moveTo>
                    <a:pt x="179" y="1"/>
                  </a:moveTo>
                  <a:cubicBezTo>
                    <a:pt x="107" y="1"/>
                    <a:pt x="36" y="60"/>
                    <a:pt x="24" y="144"/>
                  </a:cubicBezTo>
                  <a:cubicBezTo>
                    <a:pt x="0" y="227"/>
                    <a:pt x="83" y="322"/>
                    <a:pt x="179" y="322"/>
                  </a:cubicBezTo>
                  <a:lnTo>
                    <a:pt x="929" y="322"/>
                  </a:lnTo>
                  <a:cubicBezTo>
                    <a:pt x="1000" y="322"/>
                    <a:pt x="1072" y="263"/>
                    <a:pt x="1095" y="179"/>
                  </a:cubicBezTo>
                  <a:cubicBezTo>
                    <a:pt x="1095" y="84"/>
                    <a:pt x="101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5"/>
            <p:cNvSpPr/>
            <p:nvPr/>
          </p:nvSpPr>
          <p:spPr>
            <a:xfrm>
              <a:off x="3154863" y="3285725"/>
              <a:ext cx="27400" cy="7750"/>
            </a:xfrm>
            <a:custGeom>
              <a:avLst/>
              <a:gdLst/>
              <a:ahLst/>
              <a:cxnLst/>
              <a:rect l="l" t="t" r="r" b="b"/>
              <a:pathLst>
                <a:path w="1096" h="310" extrusionOk="0">
                  <a:moveTo>
                    <a:pt x="179" y="0"/>
                  </a:moveTo>
                  <a:cubicBezTo>
                    <a:pt x="107" y="0"/>
                    <a:pt x="36" y="60"/>
                    <a:pt x="24" y="131"/>
                  </a:cubicBezTo>
                  <a:cubicBezTo>
                    <a:pt x="0" y="226"/>
                    <a:pt x="83" y="310"/>
                    <a:pt x="179" y="310"/>
                  </a:cubicBezTo>
                  <a:lnTo>
                    <a:pt x="929" y="310"/>
                  </a:lnTo>
                  <a:cubicBezTo>
                    <a:pt x="1000" y="310"/>
                    <a:pt x="1072" y="250"/>
                    <a:pt x="1095" y="179"/>
                  </a:cubicBezTo>
                  <a:cubicBezTo>
                    <a:pt x="1095" y="72"/>
                    <a:pt x="1012" y="0"/>
                    <a:pt x="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5"/>
            <p:cNvSpPr/>
            <p:nvPr/>
          </p:nvSpPr>
          <p:spPr>
            <a:xfrm>
              <a:off x="3238188" y="3235850"/>
              <a:ext cx="23850" cy="33375"/>
            </a:xfrm>
            <a:custGeom>
              <a:avLst/>
              <a:gdLst/>
              <a:ahLst/>
              <a:cxnLst/>
              <a:rect l="l" t="t" r="r" b="b"/>
              <a:pathLst>
                <a:path w="954" h="1335" extrusionOk="0">
                  <a:moveTo>
                    <a:pt x="475" y="277"/>
                  </a:moveTo>
                  <a:cubicBezTo>
                    <a:pt x="558" y="277"/>
                    <a:pt x="632" y="351"/>
                    <a:pt x="632" y="435"/>
                  </a:cubicBezTo>
                  <a:lnTo>
                    <a:pt x="632" y="864"/>
                  </a:lnTo>
                  <a:cubicBezTo>
                    <a:pt x="632" y="957"/>
                    <a:pt x="560" y="1023"/>
                    <a:pt x="478" y="1023"/>
                  </a:cubicBezTo>
                  <a:cubicBezTo>
                    <a:pt x="466" y="1023"/>
                    <a:pt x="454" y="1022"/>
                    <a:pt x="441" y="1019"/>
                  </a:cubicBezTo>
                  <a:cubicBezTo>
                    <a:pt x="358" y="995"/>
                    <a:pt x="322" y="924"/>
                    <a:pt x="322" y="852"/>
                  </a:cubicBezTo>
                  <a:lnTo>
                    <a:pt x="322" y="447"/>
                  </a:lnTo>
                  <a:cubicBezTo>
                    <a:pt x="322" y="376"/>
                    <a:pt x="358" y="304"/>
                    <a:pt x="441" y="281"/>
                  </a:cubicBezTo>
                  <a:cubicBezTo>
                    <a:pt x="453" y="278"/>
                    <a:pt x="464" y="277"/>
                    <a:pt x="475" y="277"/>
                  </a:cubicBezTo>
                  <a:close/>
                  <a:moveTo>
                    <a:pt x="485" y="0"/>
                  </a:moveTo>
                  <a:cubicBezTo>
                    <a:pt x="459" y="0"/>
                    <a:pt x="433" y="2"/>
                    <a:pt x="406" y="7"/>
                  </a:cubicBezTo>
                  <a:cubicBezTo>
                    <a:pt x="168" y="19"/>
                    <a:pt x="1" y="221"/>
                    <a:pt x="1" y="459"/>
                  </a:cubicBezTo>
                  <a:lnTo>
                    <a:pt x="1" y="852"/>
                  </a:lnTo>
                  <a:cubicBezTo>
                    <a:pt x="1" y="1090"/>
                    <a:pt x="168" y="1293"/>
                    <a:pt x="406" y="1328"/>
                  </a:cubicBezTo>
                  <a:cubicBezTo>
                    <a:pt x="432" y="1333"/>
                    <a:pt x="459" y="1335"/>
                    <a:pt x="485" y="1335"/>
                  </a:cubicBezTo>
                  <a:cubicBezTo>
                    <a:pt x="746" y="1335"/>
                    <a:pt x="953" y="1124"/>
                    <a:pt x="953" y="864"/>
                  </a:cubicBezTo>
                  <a:lnTo>
                    <a:pt x="953" y="459"/>
                  </a:lnTo>
                  <a:cubicBezTo>
                    <a:pt x="953" y="210"/>
                    <a:pt x="746" y="0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5"/>
            <p:cNvSpPr/>
            <p:nvPr/>
          </p:nvSpPr>
          <p:spPr>
            <a:xfrm>
              <a:off x="3300713" y="3235850"/>
              <a:ext cx="23825" cy="33375"/>
            </a:xfrm>
            <a:custGeom>
              <a:avLst/>
              <a:gdLst/>
              <a:ahLst/>
              <a:cxnLst/>
              <a:rect l="l" t="t" r="r" b="b"/>
              <a:pathLst>
                <a:path w="953" h="1335" extrusionOk="0">
                  <a:moveTo>
                    <a:pt x="474" y="277"/>
                  </a:moveTo>
                  <a:cubicBezTo>
                    <a:pt x="557" y="277"/>
                    <a:pt x="631" y="351"/>
                    <a:pt x="631" y="435"/>
                  </a:cubicBezTo>
                  <a:lnTo>
                    <a:pt x="631" y="864"/>
                  </a:lnTo>
                  <a:cubicBezTo>
                    <a:pt x="631" y="957"/>
                    <a:pt x="559" y="1023"/>
                    <a:pt x="478" y="1023"/>
                  </a:cubicBezTo>
                  <a:cubicBezTo>
                    <a:pt x="466" y="1023"/>
                    <a:pt x="453" y="1022"/>
                    <a:pt x="441" y="1019"/>
                  </a:cubicBezTo>
                  <a:cubicBezTo>
                    <a:pt x="357" y="995"/>
                    <a:pt x="322" y="924"/>
                    <a:pt x="322" y="852"/>
                  </a:cubicBezTo>
                  <a:lnTo>
                    <a:pt x="322" y="447"/>
                  </a:lnTo>
                  <a:cubicBezTo>
                    <a:pt x="322" y="376"/>
                    <a:pt x="357" y="304"/>
                    <a:pt x="441" y="281"/>
                  </a:cubicBezTo>
                  <a:cubicBezTo>
                    <a:pt x="452" y="278"/>
                    <a:pt x="463" y="277"/>
                    <a:pt x="474" y="277"/>
                  </a:cubicBezTo>
                  <a:close/>
                  <a:moveTo>
                    <a:pt x="484" y="0"/>
                  </a:moveTo>
                  <a:cubicBezTo>
                    <a:pt x="458" y="0"/>
                    <a:pt x="432" y="2"/>
                    <a:pt x="405" y="7"/>
                  </a:cubicBezTo>
                  <a:cubicBezTo>
                    <a:pt x="167" y="19"/>
                    <a:pt x="0" y="221"/>
                    <a:pt x="0" y="459"/>
                  </a:cubicBezTo>
                  <a:lnTo>
                    <a:pt x="0" y="852"/>
                  </a:lnTo>
                  <a:cubicBezTo>
                    <a:pt x="0" y="1090"/>
                    <a:pt x="167" y="1293"/>
                    <a:pt x="405" y="1328"/>
                  </a:cubicBezTo>
                  <a:cubicBezTo>
                    <a:pt x="432" y="1333"/>
                    <a:pt x="458" y="1335"/>
                    <a:pt x="484" y="1335"/>
                  </a:cubicBezTo>
                  <a:cubicBezTo>
                    <a:pt x="746" y="1335"/>
                    <a:pt x="953" y="1124"/>
                    <a:pt x="953" y="864"/>
                  </a:cubicBezTo>
                  <a:lnTo>
                    <a:pt x="953" y="459"/>
                  </a:lnTo>
                  <a:cubicBezTo>
                    <a:pt x="953" y="210"/>
                    <a:pt x="74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5"/>
            <p:cNvSpPr/>
            <p:nvPr/>
          </p:nvSpPr>
          <p:spPr>
            <a:xfrm>
              <a:off x="3269738" y="3235125"/>
              <a:ext cx="8075" cy="33675"/>
            </a:xfrm>
            <a:custGeom>
              <a:avLst/>
              <a:gdLst/>
              <a:ahLst/>
              <a:cxnLst/>
              <a:rect l="l" t="t" r="r" b="b"/>
              <a:pathLst>
                <a:path w="323" h="1347" extrusionOk="0">
                  <a:moveTo>
                    <a:pt x="144" y="0"/>
                  </a:moveTo>
                  <a:cubicBezTo>
                    <a:pt x="49" y="12"/>
                    <a:pt x="1" y="95"/>
                    <a:pt x="1" y="179"/>
                  </a:cubicBezTo>
                  <a:lnTo>
                    <a:pt x="1" y="1179"/>
                  </a:lnTo>
                  <a:cubicBezTo>
                    <a:pt x="1" y="1250"/>
                    <a:pt x="60" y="1322"/>
                    <a:pt x="144" y="1345"/>
                  </a:cubicBezTo>
                  <a:cubicBezTo>
                    <a:pt x="150" y="1346"/>
                    <a:pt x="156" y="1347"/>
                    <a:pt x="162" y="1347"/>
                  </a:cubicBezTo>
                  <a:cubicBezTo>
                    <a:pt x="241" y="1347"/>
                    <a:pt x="322" y="1278"/>
                    <a:pt x="322" y="1179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5"/>
            <p:cNvSpPr/>
            <p:nvPr/>
          </p:nvSpPr>
          <p:spPr>
            <a:xfrm>
              <a:off x="3285238" y="3235125"/>
              <a:ext cx="7750" cy="33675"/>
            </a:xfrm>
            <a:custGeom>
              <a:avLst/>
              <a:gdLst/>
              <a:ahLst/>
              <a:cxnLst/>
              <a:rect l="l" t="t" r="r" b="b"/>
              <a:pathLst>
                <a:path w="310" h="1347" extrusionOk="0">
                  <a:moveTo>
                    <a:pt x="131" y="0"/>
                  </a:moveTo>
                  <a:cubicBezTo>
                    <a:pt x="48" y="12"/>
                    <a:pt x="0" y="95"/>
                    <a:pt x="0" y="179"/>
                  </a:cubicBezTo>
                  <a:lnTo>
                    <a:pt x="0" y="1179"/>
                  </a:lnTo>
                  <a:cubicBezTo>
                    <a:pt x="0" y="1250"/>
                    <a:pt x="60" y="1322"/>
                    <a:pt x="131" y="1345"/>
                  </a:cubicBezTo>
                  <a:cubicBezTo>
                    <a:pt x="138" y="1346"/>
                    <a:pt x="145" y="1347"/>
                    <a:pt x="152" y="1347"/>
                  </a:cubicBezTo>
                  <a:cubicBezTo>
                    <a:pt x="238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5"/>
            <p:cNvSpPr/>
            <p:nvPr/>
          </p:nvSpPr>
          <p:spPr>
            <a:xfrm>
              <a:off x="3332563" y="3235125"/>
              <a:ext cx="7750" cy="33675"/>
            </a:xfrm>
            <a:custGeom>
              <a:avLst/>
              <a:gdLst/>
              <a:ahLst/>
              <a:cxnLst/>
              <a:rect l="l" t="t" r="r" b="b"/>
              <a:pathLst>
                <a:path w="310" h="1347" extrusionOk="0">
                  <a:moveTo>
                    <a:pt x="131" y="0"/>
                  </a:moveTo>
                  <a:cubicBezTo>
                    <a:pt x="60" y="12"/>
                    <a:pt x="0" y="95"/>
                    <a:pt x="0" y="179"/>
                  </a:cubicBezTo>
                  <a:lnTo>
                    <a:pt x="0" y="1179"/>
                  </a:lnTo>
                  <a:cubicBezTo>
                    <a:pt x="0" y="1250"/>
                    <a:pt x="60" y="1322"/>
                    <a:pt x="131" y="1345"/>
                  </a:cubicBezTo>
                  <a:cubicBezTo>
                    <a:pt x="137" y="1346"/>
                    <a:pt x="143" y="1347"/>
                    <a:pt x="149" y="1347"/>
                  </a:cubicBezTo>
                  <a:cubicBezTo>
                    <a:pt x="228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5"/>
            <p:cNvSpPr/>
            <p:nvPr/>
          </p:nvSpPr>
          <p:spPr>
            <a:xfrm>
              <a:off x="3348038" y="3235125"/>
              <a:ext cx="7750" cy="33675"/>
            </a:xfrm>
            <a:custGeom>
              <a:avLst/>
              <a:gdLst/>
              <a:ahLst/>
              <a:cxnLst/>
              <a:rect l="l" t="t" r="r" b="b"/>
              <a:pathLst>
                <a:path w="310" h="1347" extrusionOk="0">
                  <a:moveTo>
                    <a:pt x="131" y="0"/>
                  </a:moveTo>
                  <a:cubicBezTo>
                    <a:pt x="60" y="12"/>
                    <a:pt x="0" y="95"/>
                    <a:pt x="0" y="179"/>
                  </a:cubicBezTo>
                  <a:lnTo>
                    <a:pt x="0" y="1179"/>
                  </a:lnTo>
                  <a:cubicBezTo>
                    <a:pt x="0" y="1250"/>
                    <a:pt x="60" y="1322"/>
                    <a:pt x="131" y="1345"/>
                  </a:cubicBezTo>
                  <a:cubicBezTo>
                    <a:pt x="138" y="1346"/>
                    <a:pt x="145" y="1347"/>
                    <a:pt x="152" y="1347"/>
                  </a:cubicBezTo>
                  <a:cubicBezTo>
                    <a:pt x="238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5"/>
            <p:cNvSpPr/>
            <p:nvPr/>
          </p:nvSpPr>
          <p:spPr>
            <a:xfrm>
              <a:off x="3333138" y="3272525"/>
              <a:ext cx="23850" cy="33550"/>
            </a:xfrm>
            <a:custGeom>
              <a:avLst/>
              <a:gdLst/>
              <a:ahLst/>
              <a:cxnLst/>
              <a:rect l="l" t="t" r="r" b="b"/>
              <a:pathLst>
                <a:path w="954" h="1342" extrusionOk="0">
                  <a:moveTo>
                    <a:pt x="495" y="282"/>
                  </a:moveTo>
                  <a:cubicBezTo>
                    <a:pt x="575" y="282"/>
                    <a:pt x="644" y="364"/>
                    <a:pt x="644" y="445"/>
                  </a:cubicBezTo>
                  <a:lnTo>
                    <a:pt x="644" y="873"/>
                  </a:lnTo>
                  <a:cubicBezTo>
                    <a:pt x="644" y="962"/>
                    <a:pt x="579" y="1026"/>
                    <a:pt x="503" y="1026"/>
                  </a:cubicBezTo>
                  <a:cubicBezTo>
                    <a:pt x="487" y="1026"/>
                    <a:pt x="470" y="1023"/>
                    <a:pt x="453" y="1016"/>
                  </a:cubicBezTo>
                  <a:cubicBezTo>
                    <a:pt x="370" y="1004"/>
                    <a:pt x="334" y="933"/>
                    <a:pt x="334" y="861"/>
                  </a:cubicBezTo>
                  <a:lnTo>
                    <a:pt x="334" y="457"/>
                  </a:lnTo>
                  <a:cubicBezTo>
                    <a:pt x="334" y="385"/>
                    <a:pt x="370" y="302"/>
                    <a:pt x="453" y="290"/>
                  </a:cubicBezTo>
                  <a:cubicBezTo>
                    <a:pt x="467" y="285"/>
                    <a:pt x="481" y="282"/>
                    <a:pt x="495" y="282"/>
                  </a:cubicBezTo>
                  <a:close/>
                  <a:moveTo>
                    <a:pt x="470" y="0"/>
                  </a:moveTo>
                  <a:cubicBezTo>
                    <a:pt x="449" y="0"/>
                    <a:pt x="428" y="2"/>
                    <a:pt x="406" y="4"/>
                  </a:cubicBezTo>
                  <a:cubicBezTo>
                    <a:pt x="180" y="28"/>
                    <a:pt x="1" y="230"/>
                    <a:pt x="1" y="469"/>
                  </a:cubicBezTo>
                  <a:lnTo>
                    <a:pt x="1" y="861"/>
                  </a:lnTo>
                  <a:cubicBezTo>
                    <a:pt x="1" y="1100"/>
                    <a:pt x="168" y="1302"/>
                    <a:pt x="406" y="1338"/>
                  </a:cubicBezTo>
                  <a:cubicBezTo>
                    <a:pt x="428" y="1340"/>
                    <a:pt x="449" y="1342"/>
                    <a:pt x="470" y="1342"/>
                  </a:cubicBezTo>
                  <a:cubicBezTo>
                    <a:pt x="739" y="1342"/>
                    <a:pt x="953" y="1138"/>
                    <a:pt x="953" y="873"/>
                  </a:cubicBezTo>
                  <a:lnTo>
                    <a:pt x="953" y="469"/>
                  </a:lnTo>
                  <a:cubicBezTo>
                    <a:pt x="953" y="204"/>
                    <a:pt x="739" y="0"/>
                    <a:pt x="4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5"/>
            <p:cNvSpPr/>
            <p:nvPr/>
          </p:nvSpPr>
          <p:spPr>
            <a:xfrm>
              <a:off x="3270638" y="3272025"/>
              <a:ext cx="7775" cy="33475"/>
            </a:xfrm>
            <a:custGeom>
              <a:avLst/>
              <a:gdLst/>
              <a:ahLst/>
              <a:cxnLst/>
              <a:rect l="l" t="t" r="r" b="b"/>
              <a:pathLst>
                <a:path w="311" h="1339" extrusionOk="0">
                  <a:moveTo>
                    <a:pt x="132" y="0"/>
                  </a:moveTo>
                  <a:cubicBezTo>
                    <a:pt x="60" y="12"/>
                    <a:pt x="1" y="84"/>
                    <a:pt x="1" y="179"/>
                  </a:cubicBezTo>
                  <a:lnTo>
                    <a:pt x="1" y="1179"/>
                  </a:lnTo>
                  <a:cubicBezTo>
                    <a:pt x="1" y="1251"/>
                    <a:pt x="60" y="1322"/>
                    <a:pt x="132" y="1334"/>
                  </a:cubicBezTo>
                  <a:cubicBezTo>
                    <a:pt x="143" y="1337"/>
                    <a:pt x="154" y="1338"/>
                    <a:pt x="164" y="1338"/>
                  </a:cubicBezTo>
                  <a:cubicBezTo>
                    <a:pt x="245" y="1338"/>
                    <a:pt x="310" y="1263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5"/>
            <p:cNvSpPr/>
            <p:nvPr/>
          </p:nvSpPr>
          <p:spPr>
            <a:xfrm>
              <a:off x="3285813" y="3272025"/>
              <a:ext cx="8075" cy="33475"/>
            </a:xfrm>
            <a:custGeom>
              <a:avLst/>
              <a:gdLst/>
              <a:ahLst/>
              <a:cxnLst/>
              <a:rect l="l" t="t" r="r" b="b"/>
              <a:pathLst>
                <a:path w="323" h="1339" extrusionOk="0">
                  <a:moveTo>
                    <a:pt x="144" y="0"/>
                  </a:moveTo>
                  <a:cubicBezTo>
                    <a:pt x="60" y="12"/>
                    <a:pt x="1" y="84"/>
                    <a:pt x="1" y="179"/>
                  </a:cubicBezTo>
                  <a:lnTo>
                    <a:pt x="1" y="1179"/>
                  </a:lnTo>
                  <a:cubicBezTo>
                    <a:pt x="1" y="1251"/>
                    <a:pt x="60" y="1322"/>
                    <a:pt x="144" y="1334"/>
                  </a:cubicBezTo>
                  <a:cubicBezTo>
                    <a:pt x="153" y="1337"/>
                    <a:pt x="163" y="1338"/>
                    <a:pt x="173" y="1338"/>
                  </a:cubicBezTo>
                  <a:cubicBezTo>
                    <a:pt x="248" y="1338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5"/>
            <p:cNvSpPr/>
            <p:nvPr/>
          </p:nvSpPr>
          <p:spPr>
            <a:xfrm>
              <a:off x="3239388" y="3272025"/>
              <a:ext cx="7775" cy="33475"/>
            </a:xfrm>
            <a:custGeom>
              <a:avLst/>
              <a:gdLst/>
              <a:ahLst/>
              <a:cxnLst/>
              <a:rect l="l" t="t" r="r" b="b"/>
              <a:pathLst>
                <a:path w="311" h="1339" extrusionOk="0">
                  <a:moveTo>
                    <a:pt x="131" y="0"/>
                  </a:moveTo>
                  <a:cubicBezTo>
                    <a:pt x="60" y="12"/>
                    <a:pt x="0" y="84"/>
                    <a:pt x="0" y="179"/>
                  </a:cubicBezTo>
                  <a:lnTo>
                    <a:pt x="0" y="1179"/>
                  </a:lnTo>
                  <a:cubicBezTo>
                    <a:pt x="0" y="1251"/>
                    <a:pt x="60" y="1322"/>
                    <a:pt x="131" y="1334"/>
                  </a:cubicBezTo>
                  <a:cubicBezTo>
                    <a:pt x="143" y="1337"/>
                    <a:pt x="154" y="1338"/>
                    <a:pt x="164" y="1338"/>
                  </a:cubicBezTo>
                  <a:cubicBezTo>
                    <a:pt x="245" y="1338"/>
                    <a:pt x="310" y="1263"/>
                    <a:pt x="310" y="1179"/>
                  </a:cubicBezTo>
                  <a:lnTo>
                    <a:pt x="310" y="167"/>
                  </a:lnTo>
                  <a:cubicBezTo>
                    <a:pt x="310" y="72"/>
                    <a:pt x="239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5"/>
            <p:cNvSpPr/>
            <p:nvPr/>
          </p:nvSpPr>
          <p:spPr>
            <a:xfrm>
              <a:off x="3254863" y="3272025"/>
              <a:ext cx="8075" cy="33475"/>
            </a:xfrm>
            <a:custGeom>
              <a:avLst/>
              <a:gdLst/>
              <a:ahLst/>
              <a:cxnLst/>
              <a:rect l="l" t="t" r="r" b="b"/>
              <a:pathLst>
                <a:path w="323" h="1339" extrusionOk="0">
                  <a:moveTo>
                    <a:pt x="143" y="0"/>
                  </a:moveTo>
                  <a:cubicBezTo>
                    <a:pt x="72" y="12"/>
                    <a:pt x="1" y="84"/>
                    <a:pt x="1" y="179"/>
                  </a:cubicBezTo>
                  <a:lnTo>
                    <a:pt x="1" y="1179"/>
                  </a:lnTo>
                  <a:cubicBezTo>
                    <a:pt x="1" y="1251"/>
                    <a:pt x="60" y="1322"/>
                    <a:pt x="143" y="1334"/>
                  </a:cubicBezTo>
                  <a:cubicBezTo>
                    <a:pt x="153" y="1337"/>
                    <a:pt x="163" y="1338"/>
                    <a:pt x="173" y="1338"/>
                  </a:cubicBezTo>
                  <a:cubicBezTo>
                    <a:pt x="248" y="1338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72"/>
                    <a:pt x="251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5"/>
            <p:cNvSpPr/>
            <p:nvPr/>
          </p:nvSpPr>
          <p:spPr>
            <a:xfrm>
              <a:off x="3317663" y="3272625"/>
              <a:ext cx="7775" cy="33675"/>
            </a:xfrm>
            <a:custGeom>
              <a:avLst/>
              <a:gdLst/>
              <a:ahLst/>
              <a:cxnLst/>
              <a:rect l="l" t="t" r="r" b="b"/>
              <a:pathLst>
                <a:path w="311" h="1347" extrusionOk="0">
                  <a:moveTo>
                    <a:pt x="132" y="0"/>
                  </a:moveTo>
                  <a:cubicBezTo>
                    <a:pt x="60" y="24"/>
                    <a:pt x="1" y="96"/>
                    <a:pt x="1" y="179"/>
                  </a:cubicBezTo>
                  <a:lnTo>
                    <a:pt x="1" y="1179"/>
                  </a:lnTo>
                  <a:cubicBezTo>
                    <a:pt x="1" y="1250"/>
                    <a:pt x="60" y="1334"/>
                    <a:pt x="132" y="1346"/>
                  </a:cubicBezTo>
                  <a:cubicBezTo>
                    <a:pt x="138" y="1347"/>
                    <a:pt x="144" y="1347"/>
                    <a:pt x="150" y="1347"/>
                  </a:cubicBezTo>
                  <a:cubicBezTo>
                    <a:pt x="229" y="1347"/>
                    <a:pt x="310" y="1278"/>
                    <a:pt x="310" y="1179"/>
                  </a:cubicBezTo>
                  <a:lnTo>
                    <a:pt x="310" y="167"/>
                  </a:lnTo>
                  <a:cubicBezTo>
                    <a:pt x="310" y="84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3302188" y="3272625"/>
              <a:ext cx="8075" cy="33675"/>
            </a:xfrm>
            <a:custGeom>
              <a:avLst/>
              <a:gdLst/>
              <a:ahLst/>
              <a:cxnLst/>
              <a:rect l="l" t="t" r="r" b="b"/>
              <a:pathLst>
                <a:path w="323" h="1347" extrusionOk="0">
                  <a:moveTo>
                    <a:pt x="144" y="0"/>
                  </a:moveTo>
                  <a:cubicBezTo>
                    <a:pt x="60" y="24"/>
                    <a:pt x="1" y="96"/>
                    <a:pt x="1" y="179"/>
                  </a:cubicBezTo>
                  <a:lnTo>
                    <a:pt x="1" y="1179"/>
                  </a:lnTo>
                  <a:cubicBezTo>
                    <a:pt x="1" y="1250"/>
                    <a:pt x="60" y="1334"/>
                    <a:pt x="144" y="1346"/>
                  </a:cubicBezTo>
                  <a:cubicBezTo>
                    <a:pt x="150" y="1347"/>
                    <a:pt x="156" y="1347"/>
                    <a:pt x="162" y="1347"/>
                  </a:cubicBezTo>
                  <a:cubicBezTo>
                    <a:pt x="240" y="1347"/>
                    <a:pt x="322" y="1278"/>
                    <a:pt x="322" y="1179"/>
                  </a:cubicBezTo>
                  <a:lnTo>
                    <a:pt x="322" y="167"/>
                  </a:lnTo>
                  <a:cubicBezTo>
                    <a:pt x="322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3279263" y="3321725"/>
              <a:ext cx="7775" cy="9075"/>
            </a:xfrm>
            <a:custGeom>
              <a:avLst/>
              <a:gdLst/>
              <a:ahLst/>
              <a:cxnLst/>
              <a:rect l="l" t="t" r="r" b="b"/>
              <a:pathLst>
                <a:path w="311" h="363" extrusionOk="0">
                  <a:moveTo>
                    <a:pt x="132" y="1"/>
                  </a:moveTo>
                  <a:cubicBezTo>
                    <a:pt x="60" y="36"/>
                    <a:pt x="1" y="108"/>
                    <a:pt x="1" y="179"/>
                  </a:cubicBezTo>
                  <a:cubicBezTo>
                    <a:pt x="1" y="275"/>
                    <a:pt x="60" y="346"/>
                    <a:pt x="132" y="358"/>
                  </a:cubicBezTo>
                  <a:cubicBezTo>
                    <a:pt x="142" y="361"/>
                    <a:pt x="152" y="362"/>
                    <a:pt x="162" y="362"/>
                  </a:cubicBezTo>
                  <a:cubicBezTo>
                    <a:pt x="236" y="362"/>
                    <a:pt x="310" y="287"/>
                    <a:pt x="310" y="203"/>
                  </a:cubicBezTo>
                  <a:lnTo>
                    <a:pt x="310" y="167"/>
                  </a:lnTo>
                  <a:cubicBezTo>
                    <a:pt x="310" y="84"/>
                    <a:pt x="239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3293263" y="3321725"/>
              <a:ext cx="8050" cy="9075"/>
            </a:xfrm>
            <a:custGeom>
              <a:avLst/>
              <a:gdLst/>
              <a:ahLst/>
              <a:cxnLst/>
              <a:rect l="l" t="t" r="r" b="b"/>
              <a:pathLst>
                <a:path w="322" h="363" extrusionOk="0">
                  <a:moveTo>
                    <a:pt x="143" y="1"/>
                  </a:moveTo>
                  <a:cubicBezTo>
                    <a:pt x="60" y="36"/>
                    <a:pt x="1" y="108"/>
                    <a:pt x="1" y="179"/>
                  </a:cubicBezTo>
                  <a:cubicBezTo>
                    <a:pt x="1" y="275"/>
                    <a:pt x="60" y="346"/>
                    <a:pt x="143" y="358"/>
                  </a:cubicBezTo>
                  <a:cubicBezTo>
                    <a:pt x="153" y="361"/>
                    <a:pt x="163" y="362"/>
                    <a:pt x="173" y="362"/>
                  </a:cubicBezTo>
                  <a:cubicBezTo>
                    <a:pt x="248" y="362"/>
                    <a:pt x="322" y="287"/>
                    <a:pt x="322" y="203"/>
                  </a:cubicBezTo>
                  <a:lnTo>
                    <a:pt x="322" y="167"/>
                  </a:lnTo>
                  <a:cubicBezTo>
                    <a:pt x="322" y="84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3307563" y="3321725"/>
              <a:ext cx="7750" cy="9075"/>
            </a:xfrm>
            <a:custGeom>
              <a:avLst/>
              <a:gdLst/>
              <a:ahLst/>
              <a:cxnLst/>
              <a:rect l="l" t="t" r="r" b="b"/>
              <a:pathLst>
                <a:path w="310" h="363" extrusionOk="0">
                  <a:moveTo>
                    <a:pt x="131" y="1"/>
                  </a:moveTo>
                  <a:cubicBezTo>
                    <a:pt x="60" y="36"/>
                    <a:pt x="0" y="108"/>
                    <a:pt x="0" y="179"/>
                  </a:cubicBezTo>
                  <a:cubicBezTo>
                    <a:pt x="0" y="275"/>
                    <a:pt x="60" y="346"/>
                    <a:pt x="131" y="358"/>
                  </a:cubicBezTo>
                  <a:cubicBezTo>
                    <a:pt x="142" y="361"/>
                    <a:pt x="153" y="362"/>
                    <a:pt x="164" y="362"/>
                  </a:cubicBezTo>
                  <a:cubicBezTo>
                    <a:pt x="245" y="362"/>
                    <a:pt x="310" y="287"/>
                    <a:pt x="310" y="203"/>
                  </a:cubicBezTo>
                  <a:lnTo>
                    <a:pt x="310" y="167"/>
                  </a:lnTo>
                  <a:cubicBezTo>
                    <a:pt x="310" y="84"/>
                    <a:pt x="238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2" name="Google Shape;1432;p35"/>
          <p:cNvGrpSpPr/>
          <p:nvPr/>
        </p:nvGrpSpPr>
        <p:grpSpPr>
          <a:xfrm>
            <a:off x="5326582" y="3520847"/>
            <a:ext cx="397295" cy="341357"/>
            <a:chOff x="3626638" y="3196425"/>
            <a:chExt cx="270600" cy="232500"/>
          </a:xfrm>
        </p:grpSpPr>
        <p:sp>
          <p:nvSpPr>
            <p:cNvPr id="1433" name="Google Shape;1433;p35"/>
            <p:cNvSpPr/>
            <p:nvPr/>
          </p:nvSpPr>
          <p:spPr>
            <a:xfrm>
              <a:off x="3626638" y="3196425"/>
              <a:ext cx="270300" cy="232200"/>
            </a:xfrm>
            <a:custGeom>
              <a:avLst/>
              <a:gdLst/>
              <a:ahLst/>
              <a:cxnLst/>
              <a:rect l="l" t="t" r="r" b="b"/>
              <a:pathLst>
                <a:path w="10812" h="9288" extrusionOk="0">
                  <a:moveTo>
                    <a:pt x="2727" y="3441"/>
                  </a:moveTo>
                  <a:lnTo>
                    <a:pt x="3013" y="4584"/>
                  </a:lnTo>
                  <a:lnTo>
                    <a:pt x="2727" y="5275"/>
                  </a:lnTo>
                  <a:cubicBezTo>
                    <a:pt x="2715" y="5299"/>
                    <a:pt x="2703" y="5334"/>
                    <a:pt x="2703" y="5358"/>
                  </a:cubicBezTo>
                  <a:lnTo>
                    <a:pt x="2703" y="8989"/>
                  </a:lnTo>
                  <a:lnTo>
                    <a:pt x="2382" y="8989"/>
                  </a:lnTo>
                  <a:lnTo>
                    <a:pt x="2382" y="5358"/>
                  </a:lnTo>
                  <a:cubicBezTo>
                    <a:pt x="2382" y="5346"/>
                    <a:pt x="2382" y="5310"/>
                    <a:pt x="2370" y="5299"/>
                  </a:cubicBezTo>
                  <a:lnTo>
                    <a:pt x="2072" y="4596"/>
                  </a:lnTo>
                  <a:lnTo>
                    <a:pt x="2346" y="3441"/>
                  </a:lnTo>
                  <a:close/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9120"/>
                  </a:lnTo>
                  <a:cubicBezTo>
                    <a:pt x="1" y="9216"/>
                    <a:pt x="84" y="9287"/>
                    <a:pt x="167" y="9287"/>
                  </a:cubicBezTo>
                  <a:lnTo>
                    <a:pt x="3751" y="9287"/>
                  </a:lnTo>
                  <a:cubicBezTo>
                    <a:pt x="3775" y="9287"/>
                    <a:pt x="3799" y="9275"/>
                    <a:pt x="3811" y="9263"/>
                  </a:cubicBezTo>
                  <a:cubicBezTo>
                    <a:pt x="3930" y="9120"/>
                    <a:pt x="3846" y="8966"/>
                    <a:pt x="3715" y="8966"/>
                  </a:cubicBezTo>
                  <a:lnTo>
                    <a:pt x="2965" y="8966"/>
                  </a:lnTo>
                  <a:lnTo>
                    <a:pt x="2965" y="5370"/>
                  </a:lnTo>
                  <a:lnTo>
                    <a:pt x="3275" y="4644"/>
                  </a:lnTo>
                  <a:cubicBezTo>
                    <a:pt x="3299" y="4620"/>
                    <a:pt x="3299" y="4584"/>
                    <a:pt x="3299" y="4537"/>
                  </a:cubicBezTo>
                  <a:lnTo>
                    <a:pt x="2977" y="3215"/>
                  </a:lnTo>
                  <a:cubicBezTo>
                    <a:pt x="2965" y="3144"/>
                    <a:pt x="2906" y="3096"/>
                    <a:pt x="2834" y="3096"/>
                  </a:cubicBezTo>
                  <a:lnTo>
                    <a:pt x="2191" y="3096"/>
                  </a:lnTo>
                  <a:cubicBezTo>
                    <a:pt x="2120" y="3096"/>
                    <a:pt x="2060" y="3144"/>
                    <a:pt x="2048" y="3215"/>
                  </a:cubicBezTo>
                  <a:lnTo>
                    <a:pt x="1727" y="4537"/>
                  </a:lnTo>
                  <a:cubicBezTo>
                    <a:pt x="1715" y="4572"/>
                    <a:pt x="1727" y="4596"/>
                    <a:pt x="1751" y="4644"/>
                  </a:cubicBezTo>
                  <a:lnTo>
                    <a:pt x="2048" y="5370"/>
                  </a:lnTo>
                  <a:lnTo>
                    <a:pt x="2048" y="8978"/>
                  </a:lnTo>
                  <a:lnTo>
                    <a:pt x="382" y="8978"/>
                  </a:lnTo>
                  <a:cubicBezTo>
                    <a:pt x="358" y="8978"/>
                    <a:pt x="346" y="8966"/>
                    <a:pt x="346" y="8942"/>
                  </a:cubicBezTo>
                  <a:lnTo>
                    <a:pt x="346" y="1893"/>
                  </a:lnTo>
                  <a:lnTo>
                    <a:pt x="10478" y="1893"/>
                  </a:lnTo>
                  <a:lnTo>
                    <a:pt x="10478" y="2632"/>
                  </a:lnTo>
                  <a:cubicBezTo>
                    <a:pt x="10478" y="2655"/>
                    <a:pt x="10478" y="2667"/>
                    <a:pt x="10502" y="2667"/>
                  </a:cubicBezTo>
                  <a:cubicBezTo>
                    <a:pt x="10548" y="2713"/>
                    <a:pt x="10598" y="2733"/>
                    <a:pt x="10644" y="2733"/>
                  </a:cubicBezTo>
                  <a:cubicBezTo>
                    <a:pt x="10729" y="2733"/>
                    <a:pt x="10799" y="2665"/>
                    <a:pt x="10799" y="2572"/>
                  </a:cubicBezTo>
                  <a:lnTo>
                    <a:pt x="10799" y="179"/>
                  </a:lnTo>
                  <a:cubicBezTo>
                    <a:pt x="10811" y="96"/>
                    <a:pt x="10740" y="12"/>
                    <a:pt x="10633" y="12"/>
                  </a:cubicBezTo>
                  <a:lnTo>
                    <a:pt x="3430" y="12"/>
                  </a:lnTo>
                  <a:cubicBezTo>
                    <a:pt x="3418" y="12"/>
                    <a:pt x="3394" y="12"/>
                    <a:pt x="3394" y="36"/>
                  </a:cubicBezTo>
                  <a:cubicBezTo>
                    <a:pt x="3263" y="167"/>
                    <a:pt x="3358" y="334"/>
                    <a:pt x="3489" y="334"/>
                  </a:cubicBezTo>
                  <a:lnTo>
                    <a:pt x="10216" y="334"/>
                  </a:lnTo>
                  <a:cubicBezTo>
                    <a:pt x="10359" y="334"/>
                    <a:pt x="10466" y="453"/>
                    <a:pt x="10466" y="584"/>
                  </a:cubicBezTo>
                  <a:lnTo>
                    <a:pt x="10466" y="1584"/>
                  </a:lnTo>
                  <a:lnTo>
                    <a:pt x="334" y="1584"/>
                  </a:lnTo>
                  <a:lnTo>
                    <a:pt x="334" y="393"/>
                  </a:lnTo>
                  <a:cubicBezTo>
                    <a:pt x="334" y="346"/>
                    <a:pt x="358" y="310"/>
                    <a:pt x="405" y="310"/>
                  </a:cubicBezTo>
                  <a:lnTo>
                    <a:pt x="2882" y="310"/>
                  </a:lnTo>
                  <a:cubicBezTo>
                    <a:pt x="2894" y="310"/>
                    <a:pt x="2906" y="310"/>
                    <a:pt x="2906" y="298"/>
                  </a:cubicBezTo>
                  <a:cubicBezTo>
                    <a:pt x="3037" y="167"/>
                    <a:pt x="2953" y="0"/>
                    <a:pt x="2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5"/>
            <p:cNvSpPr/>
            <p:nvPr/>
          </p:nvSpPr>
          <p:spPr>
            <a:xfrm>
              <a:off x="3732913" y="3273475"/>
              <a:ext cx="164325" cy="155450"/>
            </a:xfrm>
            <a:custGeom>
              <a:avLst/>
              <a:gdLst/>
              <a:ahLst/>
              <a:cxnLst/>
              <a:rect l="l" t="t" r="r" b="b"/>
              <a:pathLst>
                <a:path w="6573" h="6218" extrusionOk="0">
                  <a:moveTo>
                    <a:pt x="3441" y="1312"/>
                  </a:moveTo>
                  <a:cubicBezTo>
                    <a:pt x="4036" y="1669"/>
                    <a:pt x="4393" y="2288"/>
                    <a:pt x="4393" y="2990"/>
                  </a:cubicBezTo>
                  <a:cubicBezTo>
                    <a:pt x="4393" y="3800"/>
                    <a:pt x="3905" y="4514"/>
                    <a:pt x="3143" y="4824"/>
                  </a:cubicBezTo>
                  <a:cubicBezTo>
                    <a:pt x="3060" y="4836"/>
                    <a:pt x="3012" y="4895"/>
                    <a:pt x="3012" y="4955"/>
                  </a:cubicBezTo>
                  <a:lnTo>
                    <a:pt x="3012" y="5907"/>
                  </a:lnTo>
                  <a:lnTo>
                    <a:pt x="2536" y="5907"/>
                  </a:lnTo>
                  <a:lnTo>
                    <a:pt x="2536" y="4360"/>
                  </a:lnTo>
                  <a:cubicBezTo>
                    <a:pt x="2536" y="4288"/>
                    <a:pt x="2477" y="4217"/>
                    <a:pt x="2405" y="4193"/>
                  </a:cubicBezTo>
                  <a:cubicBezTo>
                    <a:pt x="2399" y="4192"/>
                    <a:pt x="2393" y="4192"/>
                    <a:pt x="2387" y="4192"/>
                  </a:cubicBezTo>
                  <a:cubicBezTo>
                    <a:pt x="2308" y="4192"/>
                    <a:pt x="2227" y="4260"/>
                    <a:pt x="2227" y="4360"/>
                  </a:cubicBezTo>
                  <a:lnTo>
                    <a:pt x="2227" y="5919"/>
                  </a:lnTo>
                  <a:lnTo>
                    <a:pt x="1750" y="5919"/>
                  </a:lnTo>
                  <a:lnTo>
                    <a:pt x="1750" y="4967"/>
                  </a:lnTo>
                  <a:cubicBezTo>
                    <a:pt x="1750" y="4907"/>
                    <a:pt x="1703" y="4848"/>
                    <a:pt x="1643" y="4824"/>
                  </a:cubicBezTo>
                  <a:cubicBezTo>
                    <a:pt x="881" y="4526"/>
                    <a:pt x="393" y="3800"/>
                    <a:pt x="393" y="2990"/>
                  </a:cubicBezTo>
                  <a:cubicBezTo>
                    <a:pt x="393" y="2312"/>
                    <a:pt x="750" y="1681"/>
                    <a:pt x="1345" y="1312"/>
                  </a:cubicBezTo>
                  <a:lnTo>
                    <a:pt x="1345" y="2681"/>
                  </a:lnTo>
                  <a:cubicBezTo>
                    <a:pt x="1345" y="2764"/>
                    <a:pt x="1417" y="2848"/>
                    <a:pt x="1512" y="2848"/>
                  </a:cubicBezTo>
                  <a:lnTo>
                    <a:pt x="3286" y="2848"/>
                  </a:lnTo>
                  <a:cubicBezTo>
                    <a:pt x="3370" y="2848"/>
                    <a:pt x="3441" y="2764"/>
                    <a:pt x="3441" y="2681"/>
                  </a:cubicBezTo>
                  <a:lnTo>
                    <a:pt x="3441" y="1312"/>
                  </a:lnTo>
                  <a:close/>
                  <a:moveTo>
                    <a:pt x="6400" y="1"/>
                  </a:moveTo>
                  <a:cubicBezTo>
                    <a:pt x="6394" y="1"/>
                    <a:pt x="6388" y="1"/>
                    <a:pt x="6382" y="2"/>
                  </a:cubicBezTo>
                  <a:cubicBezTo>
                    <a:pt x="6310" y="14"/>
                    <a:pt x="6251" y="73"/>
                    <a:pt x="6251" y="169"/>
                  </a:cubicBezTo>
                  <a:lnTo>
                    <a:pt x="6251" y="5884"/>
                  </a:lnTo>
                  <a:cubicBezTo>
                    <a:pt x="6251" y="5896"/>
                    <a:pt x="6227" y="5907"/>
                    <a:pt x="6215" y="5907"/>
                  </a:cubicBezTo>
                  <a:lnTo>
                    <a:pt x="3346" y="5907"/>
                  </a:lnTo>
                  <a:lnTo>
                    <a:pt x="3346" y="5062"/>
                  </a:lnTo>
                  <a:cubicBezTo>
                    <a:pt x="4132" y="4693"/>
                    <a:pt x="4643" y="3883"/>
                    <a:pt x="4643" y="2979"/>
                  </a:cubicBezTo>
                  <a:cubicBezTo>
                    <a:pt x="4643" y="2574"/>
                    <a:pt x="4536" y="2193"/>
                    <a:pt x="4346" y="1836"/>
                  </a:cubicBezTo>
                  <a:cubicBezTo>
                    <a:pt x="4143" y="1502"/>
                    <a:pt x="3881" y="1216"/>
                    <a:pt x="3572" y="1014"/>
                  </a:cubicBezTo>
                  <a:cubicBezTo>
                    <a:pt x="3525" y="986"/>
                    <a:pt x="3470" y="971"/>
                    <a:pt x="3415" y="971"/>
                  </a:cubicBezTo>
                  <a:cubicBezTo>
                    <a:pt x="3330" y="971"/>
                    <a:pt x="3244" y="1006"/>
                    <a:pt x="3179" y="1085"/>
                  </a:cubicBezTo>
                  <a:cubicBezTo>
                    <a:pt x="3131" y="1145"/>
                    <a:pt x="3119" y="1204"/>
                    <a:pt x="3119" y="1276"/>
                  </a:cubicBezTo>
                  <a:lnTo>
                    <a:pt x="3119" y="2514"/>
                  </a:lnTo>
                  <a:lnTo>
                    <a:pt x="1679" y="2514"/>
                  </a:lnTo>
                  <a:lnTo>
                    <a:pt x="1679" y="1276"/>
                  </a:lnTo>
                  <a:cubicBezTo>
                    <a:pt x="1679" y="1204"/>
                    <a:pt x="1667" y="1145"/>
                    <a:pt x="1619" y="1085"/>
                  </a:cubicBezTo>
                  <a:cubicBezTo>
                    <a:pt x="1552" y="1011"/>
                    <a:pt x="1462" y="974"/>
                    <a:pt x="1375" y="974"/>
                  </a:cubicBezTo>
                  <a:cubicBezTo>
                    <a:pt x="1322" y="974"/>
                    <a:pt x="1271" y="987"/>
                    <a:pt x="1226" y="1014"/>
                  </a:cubicBezTo>
                  <a:cubicBezTo>
                    <a:pt x="905" y="1204"/>
                    <a:pt x="631" y="1490"/>
                    <a:pt x="452" y="1836"/>
                  </a:cubicBezTo>
                  <a:cubicBezTo>
                    <a:pt x="262" y="2169"/>
                    <a:pt x="155" y="2574"/>
                    <a:pt x="155" y="2979"/>
                  </a:cubicBezTo>
                  <a:cubicBezTo>
                    <a:pt x="155" y="3871"/>
                    <a:pt x="667" y="4669"/>
                    <a:pt x="1453" y="5062"/>
                  </a:cubicBezTo>
                  <a:lnTo>
                    <a:pt x="1453" y="5907"/>
                  </a:lnTo>
                  <a:lnTo>
                    <a:pt x="179" y="5907"/>
                  </a:lnTo>
                  <a:cubicBezTo>
                    <a:pt x="95" y="5907"/>
                    <a:pt x="24" y="5967"/>
                    <a:pt x="12" y="6038"/>
                  </a:cubicBezTo>
                  <a:cubicBezTo>
                    <a:pt x="0" y="6134"/>
                    <a:pt x="71" y="6217"/>
                    <a:pt x="179" y="6217"/>
                  </a:cubicBezTo>
                  <a:lnTo>
                    <a:pt x="6227" y="6217"/>
                  </a:lnTo>
                  <a:cubicBezTo>
                    <a:pt x="6429" y="6217"/>
                    <a:pt x="6572" y="6074"/>
                    <a:pt x="6572" y="5884"/>
                  </a:cubicBezTo>
                  <a:lnTo>
                    <a:pt x="6572" y="169"/>
                  </a:lnTo>
                  <a:cubicBezTo>
                    <a:pt x="6561" y="69"/>
                    <a:pt x="6479" y="1"/>
                    <a:pt x="6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5"/>
            <p:cNvSpPr/>
            <p:nvPr/>
          </p:nvSpPr>
          <p:spPr>
            <a:xfrm>
              <a:off x="3662363" y="3217250"/>
              <a:ext cx="148850" cy="7775"/>
            </a:xfrm>
            <a:custGeom>
              <a:avLst/>
              <a:gdLst/>
              <a:ahLst/>
              <a:cxnLst/>
              <a:rect l="l" t="t" r="r" b="b"/>
              <a:pathLst>
                <a:path w="5954" h="311" extrusionOk="0">
                  <a:moveTo>
                    <a:pt x="179" y="1"/>
                  </a:moveTo>
                  <a:cubicBezTo>
                    <a:pt x="107" y="1"/>
                    <a:pt x="36" y="60"/>
                    <a:pt x="24" y="132"/>
                  </a:cubicBezTo>
                  <a:cubicBezTo>
                    <a:pt x="0" y="227"/>
                    <a:pt x="84" y="310"/>
                    <a:pt x="179" y="310"/>
                  </a:cubicBezTo>
                  <a:lnTo>
                    <a:pt x="5799" y="310"/>
                  </a:lnTo>
                  <a:cubicBezTo>
                    <a:pt x="5870" y="310"/>
                    <a:pt x="5941" y="251"/>
                    <a:pt x="5953" y="179"/>
                  </a:cubicBezTo>
                  <a:cubicBezTo>
                    <a:pt x="5953" y="96"/>
                    <a:pt x="5882" y="1"/>
                    <a:pt x="5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5"/>
            <p:cNvSpPr/>
            <p:nvPr/>
          </p:nvSpPr>
          <p:spPr>
            <a:xfrm>
              <a:off x="3822188" y="3215775"/>
              <a:ext cx="7775" cy="8975"/>
            </a:xfrm>
            <a:custGeom>
              <a:avLst/>
              <a:gdLst/>
              <a:ahLst/>
              <a:cxnLst/>
              <a:rect l="l" t="t" r="r" b="b"/>
              <a:pathLst>
                <a:path w="311" h="359" extrusionOk="0">
                  <a:moveTo>
                    <a:pt x="132" y="0"/>
                  </a:moveTo>
                  <a:cubicBezTo>
                    <a:pt x="60" y="36"/>
                    <a:pt x="1" y="107"/>
                    <a:pt x="1" y="179"/>
                  </a:cubicBezTo>
                  <a:lnTo>
                    <a:pt x="1" y="191"/>
                  </a:lnTo>
                  <a:cubicBezTo>
                    <a:pt x="1" y="274"/>
                    <a:pt x="60" y="345"/>
                    <a:pt x="132" y="357"/>
                  </a:cubicBezTo>
                  <a:cubicBezTo>
                    <a:pt x="138" y="358"/>
                    <a:pt x="144" y="359"/>
                    <a:pt x="150" y="359"/>
                  </a:cubicBezTo>
                  <a:cubicBezTo>
                    <a:pt x="229" y="359"/>
                    <a:pt x="310" y="290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5"/>
            <p:cNvSpPr/>
            <p:nvPr/>
          </p:nvSpPr>
          <p:spPr>
            <a:xfrm>
              <a:off x="3837688" y="3215775"/>
              <a:ext cx="7750" cy="8975"/>
            </a:xfrm>
            <a:custGeom>
              <a:avLst/>
              <a:gdLst/>
              <a:ahLst/>
              <a:cxnLst/>
              <a:rect l="l" t="t" r="r" b="b"/>
              <a:pathLst>
                <a:path w="310" h="359" extrusionOk="0">
                  <a:moveTo>
                    <a:pt x="131" y="0"/>
                  </a:moveTo>
                  <a:cubicBezTo>
                    <a:pt x="60" y="36"/>
                    <a:pt x="0" y="107"/>
                    <a:pt x="0" y="179"/>
                  </a:cubicBezTo>
                  <a:lnTo>
                    <a:pt x="0" y="191"/>
                  </a:lnTo>
                  <a:cubicBezTo>
                    <a:pt x="0" y="274"/>
                    <a:pt x="60" y="345"/>
                    <a:pt x="131" y="357"/>
                  </a:cubicBezTo>
                  <a:cubicBezTo>
                    <a:pt x="138" y="358"/>
                    <a:pt x="145" y="359"/>
                    <a:pt x="152" y="359"/>
                  </a:cubicBezTo>
                  <a:cubicBezTo>
                    <a:pt x="238" y="359"/>
                    <a:pt x="310" y="290"/>
                    <a:pt x="310" y="191"/>
                  </a:cubicBezTo>
                  <a:lnTo>
                    <a:pt x="310" y="167"/>
                  </a:lnTo>
                  <a:cubicBezTo>
                    <a:pt x="310" y="72"/>
                    <a:pt x="238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5"/>
            <p:cNvSpPr/>
            <p:nvPr/>
          </p:nvSpPr>
          <p:spPr>
            <a:xfrm>
              <a:off x="3853738" y="3215775"/>
              <a:ext cx="7775" cy="8975"/>
            </a:xfrm>
            <a:custGeom>
              <a:avLst/>
              <a:gdLst/>
              <a:ahLst/>
              <a:cxnLst/>
              <a:rect l="l" t="t" r="r" b="b"/>
              <a:pathLst>
                <a:path w="311" h="359" extrusionOk="0">
                  <a:moveTo>
                    <a:pt x="132" y="0"/>
                  </a:moveTo>
                  <a:cubicBezTo>
                    <a:pt x="61" y="36"/>
                    <a:pt x="1" y="107"/>
                    <a:pt x="1" y="179"/>
                  </a:cubicBezTo>
                  <a:lnTo>
                    <a:pt x="1" y="191"/>
                  </a:lnTo>
                  <a:cubicBezTo>
                    <a:pt x="1" y="274"/>
                    <a:pt x="61" y="345"/>
                    <a:pt x="132" y="357"/>
                  </a:cubicBezTo>
                  <a:cubicBezTo>
                    <a:pt x="139" y="358"/>
                    <a:pt x="146" y="359"/>
                    <a:pt x="153" y="359"/>
                  </a:cubicBezTo>
                  <a:cubicBezTo>
                    <a:pt x="239" y="359"/>
                    <a:pt x="311" y="290"/>
                    <a:pt x="311" y="191"/>
                  </a:cubicBezTo>
                  <a:lnTo>
                    <a:pt x="311" y="167"/>
                  </a:lnTo>
                  <a:cubicBezTo>
                    <a:pt x="311" y="72"/>
                    <a:pt x="239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5"/>
            <p:cNvSpPr/>
            <p:nvPr/>
          </p:nvSpPr>
          <p:spPr>
            <a:xfrm>
              <a:off x="3718913" y="3279375"/>
              <a:ext cx="21750" cy="21275"/>
            </a:xfrm>
            <a:custGeom>
              <a:avLst/>
              <a:gdLst/>
              <a:ahLst/>
              <a:cxnLst/>
              <a:rect l="l" t="t" r="r" b="b"/>
              <a:pathLst>
                <a:path w="870" h="851" extrusionOk="0">
                  <a:moveTo>
                    <a:pt x="435" y="0"/>
                  </a:moveTo>
                  <a:cubicBezTo>
                    <a:pt x="361" y="0"/>
                    <a:pt x="286" y="76"/>
                    <a:pt x="286" y="171"/>
                  </a:cubicBezTo>
                  <a:lnTo>
                    <a:pt x="286" y="266"/>
                  </a:lnTo>
                  <a:lnTo>
                    <a:pt x="179" y="266"/>
                  </a:lnTo>
                  <a:cubicBezTo>
                    <a:pt x="108" y="266"/>
                    <a:pt x="36" y="326"/>
                    <a:pt x="12" y="409"/>
                  </a:cubicBezTo>
                  <a:cubicBezTo>
                    <a:pt x="0" y="492"/>
                    <a:pt x="72" y="587"/>
                    <a:pt x="179" y="587"/>
                  </a:cubicBezTo>
                  <a:lnTo>
                    <a:pt x="286" y="587"/>
                  </a:lnTo>
                  <a:lnTo>
                    <a:pt x="286" y="683"/>
                  </a:lnTo>
                  <a:cubicBezTo>
                    <a:pt x="286" y="766"/>
                    <a:pt x="346" y="838"/>
                    <a:pt x="417" y="849"/>
                  </a:cubicBezTo>
                  <a:cubicBezTo>
                    <a:pt x="424" y="850"/>
                    <a:pt x="431" y="851"/>
                    <a:pt x="438" y="851"/>
                  </a:cubicBezTo>
                  <a:cubicBezTo>
                    <a:pt x="524" y="851"/>
                    <a:pt x="596" y="782"/>
                    <a:pt x="596" y="683"/>
                  </a:cubicBezTo>
                  <a:lnTo>
                    <a:pt x="596" y="587"/>
                  </a:lnTo>
                  <a:lnTo>
                    <a:pt x="703" y="587"/>
                  </a:lnTo>
                  <a:cubicBezTo>
                    <a:pt x="798" y="587"/>
                    <a:pt x="870" y="504"/>
                    <a:pt x="870" y="409"/>
                  </a:cubicBezTo>
                  <a:cubicBezTo>
                    <a:pt x="858" y="326"/>
                    <a:pt x="774" y="266"/>
                    <a:pt x="703" y="266"/>
                  </a:cubicBezTo>
                  <a:lnTo>
                    <a:pt x="596" y="266"/>
                  </a:lnTo>
                  <a:lnTo>
                    <a:pt x="596" y="171"/>
                  </a:lnTo>
                  <a:cubicBezTo>
                    <a:pt x="596" y="87"/>
                    <a:pt x="536" y="16"/>
                    <a:pt x="465" y="4"/>
                  </a:cubicBezTo>
                  <a:cubicBezTo>
                    <a:pt x="455" y="1"/>
                    <a:pt x="445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5"/>
            <p:cNvSpPr/>
            <p:nvPr/>
          </p:nvSpPr>
          <p:spPr>
            <a:xfrm>
              <a:off x="3833513" y="3279375"/>
              <a:ext cx="21750" cy="21275"/>
            </a:xfrm>
            <a:custGeom>
              <a:avLst/>
              <a:gdLst/>
              <a:ahLst/>
              <a:cxnLst/>
              <a:rect l="l" t="t" r="r" b="b"/>
              <a:pathLst>
                <a:path w="870" h="851" extrusionOk="0">
                  <a:moveTo>
                    <a:pt x="435" y="0"/>
                  </a:moveTo>
                  <a:cubicBezTo>
                    <a:pt x="360" y="0"/>
                    <a:pt x="286" y="76"/>
                    <a:pt x="286" y="171"/>
                  </a:cubicBezTo>
                  <a:lnTo>
                    <a:pt x="286" y="266"/>
                  </a:lnTo>
                  <a:lnTo>
                    <a:pt x="179" y="266"/>
                  </a:lnTo>
                  <a:cubicBezTo>
                    <a:pt x="108" y="266"/>
                    <a:pt x="36" y="326"/>
                    <a:pt x="12" y="409"/>
                  </a:cubicBezTo>
                  <a:cubicBezTo>
                    <a:pt x="0" y="492"/>
                    <a:pt x="72" y="587"/>
                    <a:pt x="179" y="587"/>
                  </a:cubicBezTo>
                  <a:lnTo>
                    <a:pt x="286" y="587"/>
                  </a:lnTo>
                  <a:lnTo>
                    <a:pt x="286" y="683"/>
                  </a:lnTo>
                  <a:cubicBezTo>
                    <a:pt x="286" y="766"/>
                    <a:pt x="346" y="838"/>
                    <a:pt x="417" y="849"/>
                  </a:cubicBezTo>
                  <a:cubicBezTo>
                    <a:pt x="424" y="850"/>
                    <a:pt x="431" y="851"/>
                    <a:pt x="438" y="851"/>
                  </a:cubicBezTo>
                  <a:cubicBezTo>
                    <a:pt x="524" y="851"/>
                    <a:pt x="596" y="782"/>
                    <a:pt x="596" y="683"/>
                  </a:cubicBezTo>
                  <a:lnTo>
                    <a:pt x="596" y="587"/>
                  </a:lnTo>
                  <a:lnTo>
                    <a:pt x="703" y="587"/>
                  </a:lnTo>
                  <a:cubicBezTo>
                    <a:pt x="798" y="587"/>
                    <a:pt x="870" y="504"/>
                    <a:pt x="870" y="409"/>
                  </a:cubicBezTo>
                  <a:cubicBezTo>
                    <a:pt x="858" y="326"/>
                    <a:pt x="774" y="266"/>
                    <a:pt x="703" y="266"/>
                  </a:cubicBezTo>
                  <a:lnTo>
                    <a:pt x="596" y="266"/>
                  </a:lnTo>
                  <a:lnTo>
                    <a:pt x="596" y="171"/>
                  </a:lnTo>
                  <a:cubicBezTo>
                    <a:pt x="596" y="87"/>
                    <a:pt x="536" y="16"/>
                    <a:pt x="465" y="4"/>
                  </a:cubicBezTo>
                  <a:cubicBezTo>
                    <a:pt x="455" y="1"/>
                    <a:pt x="445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1959;p60">
            <a:extLst>
              <a:ext uri="{FF2B5EF4-FFF2-40B4-BE49-F238E27FC236}">
                <a16:creationId xmlns:a16="http://schemas.microsoft.com/office/drawing/2014/main" id="{60B7F9A9-60C4-565D-F66F-925CED05B22A}"/>
              </a:ext>
            </a:extLst>
          </p:cNvPr>
          <p:cNvGrpSpPr/>
          <p:nvPr/>
        </p:nvGrpSpPr>
        <p:grpSpPr>
          <a:xfrm>
            <a:off x="5424255" y="1693936"/>
            <a:ext cx="258414" cy="348543"/>
            <a:chOff x="3121167" y="2884883"/>
            <a:chExt cx="258414" cy="348543"/>
          </a:xfrm>
          <a:solidFill>
            <a:schemeClr val="tx1"/>
          </a:solidFill>
        </p:grpSpPr>
        <p:sp>
          <p:nvSpPr>
            <p:cNvPr id="3" name="Google Shape;11960;p60">
              <a:extLst>
                <a:ext uri="{FF2B5EF4-FFF2-40B4-BE49-F238E27FC236}">
                  <a16:creationId xmlns:a16="http://schemas.microsoft.com/office/drawing/2014/main" id="{63ECC904-E8E4-1D4F-A670-DB1946673D8E}"/>
                </a:ext>
              </a:extLst>
            </p:cNvPr>
            <p:cNvSpPr/>
            <p:nvPr/>
          </p:nvSpPr>
          <p:spPr>
            <a:xfrm>
              <a:off x="3196249" y="2932023"/>
              <a:ext cx="37351" cy="10581"/>
            </a:xfrm>
            <a:custGeom>
              <a:avLst/>
              <a:gdLst/>
              <a:ahLst/>
              <a:cxnLst/>
              <a:rect l="l" t="t" r="r" b="b"/>
              <a:pathLst>
                <a:path w="1179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1012" y="334"/>
                  </a:lnTo>
                  <a:cubicBezTo>
                    <a:pt x="1096" y="334"/>
                    <a:pt x="1179" y="262"/>
                    <a:pt x="1179" y="167"/>
                  </a:cubicBezTo>
                  <a:cubicBezTo>
                    <a:pt x="1179" y="84"/>
                    <a:pt x="1096" y="1"/>
                    <a:pt x="10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961;p60">
              <a:extLst>
                <a:ext uri="{FF2B5EF4-FFF2-40B4-BE49-F238E27FC236}">
                  <a16:creationId xmlns:a16="http://schemas.microsoft.com/office/drawing/2014/main" id="{618656BF-7FF3-6DC8-B3F7-0716717B6FC3}"/>
                </a:ext>
              </a:extLst>
            </p:cNvPr>
            <p:cNvSpPr/>
            <p:nvPr/>
          </p:nvSpPr>
          <p:spPr>
            <a:xfrm>
              <a:off x="3165297" y="3031593"/>
              <a:ext cx="98873" cy="31332"/>
            </a:xfrm>
            <a:custGeom>
              <a:avLst/>
              <a:gdLst/>
              <a:ahLst/>
              <a:cxnLst/>
              <a:rect l="l" t="t" r="r" b="b"/>
              <a:pathLst>
                <a:path w="3121" h="989" extrusionOk="0">
                  <a:moveTo>
                    <a:pt x="2787" y="334"/>
                  </a:moveTo>
                  <a:lnTo>
                    <a:pt x="2787" y="656"/>
                  </a:lnTo>
                  <a:lnTo>
                    <a:pt x="334" y="656"/>
                  </a:lnTo>
                  <a:lnTo>
                    <a:pt x="334" y="334"/>
                  </a:lnTo>
                  <a:close/>
                  <a:moveTo>
                    <a:pt x="168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822"/>
                  </a:lnTo>
                  <a:cubicBezTo>
                    <a:pt x="1" y="906"/>
                    <a:pt x="84" y="989"/>
                    <a:pt x="168" y="989"/>
                  </a:cubicBezTo>
                  <a:lnTo>
                    <a:pt x="2954" y="989"/>
                  </a:lnTo>
                  <a:cubicBezTo>
                    <a:pt x="3049" y="989"/>
                    <a:pt x="3120" y="906"/>
                    <a:pt x="3120" y="822"/>
                  </a:cubicBezTo>
                  <a:lnTo>
                    <a:pt x="3120" y="167"/>
                  </a:lnTo>
                  <a:cubicBezTo>
                    <a:pt x="3120" y="60"/>
                    <a:pt x="3049" y="1"/>
                    <a:pt x="2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962;p60">
              <a:extLst>
                <a:ext uri="{FF2B5EF4-FFF2-40B4-BE49-F238E27FC236}">
                  <a16:creationId xmlns:a16="http://schemas.microsoft.com/office/drawing/2014/main" id="{636E4F0B-EE14-668C-EDC8-96336928BD6D}"/>
                </a:ext>
              </a:extLst>
            </p:cNvPr>
            <p:cNvSpPr/>
            <p:nvPr/>
          </p:nvSpPr>
          <p:spPr>
            <a:xfrm>
              <a:off x="3165297" y="3075343"/>
              <a:ext cx="98873" cy="10613"/>
            </a:xfrm>
            <a:custGeom>
              <a:avLst/>
              <a:gdLst/>
              <a:ahLst/>
              <a:cxnLst/>
              <a:rect l="l" t="t" r="r" b="b"/>
              <a:pathLst>
                <a:path w="3121" h="33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cubicBezTo>
                    <a:pt x="1" y="263"/>
                    <a:pt x="84" y="334"/>
                    <a:pt x="168" y="334"/>
                  </a:cubicBezTo>
                  <a:lnTo>
                    <a:pt x="2954" y="334"/>
                  </a:lnTo>
                  <a:cubicBezTo>
                    <a:pt x="3049" y="334"/>
                    <a:pt x="3120" y="263"/>
                    <a:pt x="3120" y="168"/>
                  </a:cubicBezTo>
                  <a:cubicBezTo>
                    <a:pt x="3120" y="84"/>
                    <a:pt x="3049" y="1"/>
                    <a:pt x="2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963;p60">
              <a:extLst>
                <a:ext uri="{FF2B5EF4-FFF2-40B4-BE49-F238E27FC236}">
                  <a16:creationId xmlns:a16="http://schemas.microsoft.com/office/drawing/2014/main" id="{F236A71C-FA62-EF35-81BB-49B8F8FCF042}"/>
                </a:ext>
              </a:extLst>
            </p:cNvPr>
            <p:cNvSpPr/>
            <p:nvPr/>
          </p:nvSpPr>
          <p:spPr>
            <a:xfrm>
              <a:off x="3165297" y="3099863"/>
              <a:ext cx="98873" cy="10613"/>
            </a:xfrm>
            <a:custGeom>
              <a:avLst/>
              <a:gdLst/>
              <a:ahLst/>
              <a:cxnLst/>
              <a:rect l="l" t="t" r="r" b="b"/>
              <a:pathLst>
                <a:path w="3121" h="335" extrusionOk="0">
                  <a:moveTo>
                    <a:pt x="168" y="1"/>
                  </a:moveTo>
                  <a:cubicBezTo>
                    <a:pt x="84" y="1"/>
                    <a:pt x="1" y="84"/>
                    <a:pt x="1" y="167"/>
                  </a:cubicBezTo>
                  <a:cubicBezTo>
                    <a:pt x="1" y="263"/>
                    <a:pt x="84" y="334"/>
                    <a:pt x="168" y="334"/>
                  </a:cubicBezTo>
                  <a:lnTo>
                    <a:pt x="2954" y="334"/>
                  </a:lnTo>
                  <a:cubicBezTo>
                    <a:pt x="3049" y="334"/>
                    <a:pt x="3120" y="263"/>
                    <a:pt x="3120" y="167"/>
                  </a:cubicBezTo>
                  <a:cubicBezTo>
                    <a:pt x="3120" y="84"/>
                    <a:pt x="3049" y="1"/>
                    <a:pt x="2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964;p60">
              <a:extLst>
                <a:ext uri="{FF2B5EF4-FFF2-40B4-BE49-F238E27FC236}">
                  <a16:creationId xmlns:a16="http://schemas.microsoft.com/office/drawing/2014/main" id="{DC314985-7A7B-BE0D-E1EE-525CD5363D69}"/>
                </a:ext>
              </a:extLst>
            </p:cNvPr>
            <p:cNvSpPr/>
            <p:nvPr/>
          </p:nvSpPr>
          <p:spPr>
            <a:xfrm>
              <a:off x="3198498" y="3181725"/>
              <a:ext cx="33232" cy="32852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5" y="322"/>
                  </a:moveTo>
                  <a:cubicBezTo>
                    <a:pt x="632" y="322"/>
                    <a:pt x="715" y="417"/>
                    <a:pt x="715" y="512"/>
                  </a:cubicBezTo>
                  <a:cubicBezTo>
                    <a:pt x="715" y="620"/>
                    <a:pt x="632" y="715"/>
                    <a:pt x="525" y="715"/>
                  </a:cubicBezTo>
                  <a:cubicBezTo>
                    <a:pt x="417" y="715"/>
                    <a:pt x="334" y="620"/>
                    <a:pt x="334" y="512"/>
                  </a:cubicBezTo>
                  <a:cubicBezTo>
                    <a:pt x="334" y="417"/>
                    <a:pt x="417" y="322"/>
                    <a:pt x="525" y="322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9"/>
                    <a:pt x="1" y="512"/>
                  </a:cubicBezTo>
                  <a:cubicBezTo>
                    <a:pt x="1" y="798"/>
                    <a:pt x="239" y="1036"/>
                    <a:pt x="525" y="1036"/>
                  </a:cubicBezTo>
                  <a:cubicBezTo>
                    <a:pt x="810" y="1036"/>
                    <a:pt x="1048" y="798"/>
                    <a:pt x="1048" y="512"/>
                  </a:cubicBezTo>
                  <a:cubicBezTo>
                    <a:pt x="1048" y="215"/>
                    <a:pt x="810" y="0"/>
                    <a:pt x="5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65;p60">
              <a:extLst>
                <a:ext uri="{FF2B5EF4-FFF2-40B4-BE49-F238E27FC236}">
                  <a16:creationId xmlns:a16="http://schemas.microsoft.com/office/drawing/2014/main" id="{0DF69FEB-7EC7-2700-9287-F284B87F0890}"/>
                </a:ext>
              </a:extLst>
            </p:cNvPr>
            <p:cNvSpPr/>
            <p:nvPr/>
          </p:nvSpPr>
          <p:spPr>
            <a:xfrm>
              <a:off x="3121167" y="2884883"/>
              <a:ext cx="258414" cy="348543"/>
            </a:xfrm>
            <a:custGeom>
              <a:avLst/>
              <a:gdLst/>
              <a:ahLst/>
              <a:cxnLst/>
              <a:rect l="l" t="t" r="r" b="b"/>
              <a:pathLst>
                <a:path w="8157" h="11002" extrusionOk="0">
                  <a:moveTo>
                    <a:pt x="6014" y="0"/>
                  </a:moveTo>
                  <a:cubicBezTo>
                    <a:pt x="5240" y="0"/>
                    <a:pt x="4573" y="405"/>
                    <a:pt x="4180" y="1024"/>
                  </a:cubicBezTo>
                  <a:lnTo>
                    <a:pt x="168" y="1024"/>
                  </a:lnTo>
                  <a:cubicBezTo>
                    <a:pt x="72" y="1024"/>
                    <a:pt x="1" y="1108"/>
                    <a:pt x="1" y="1191"/>
                  </a:cubicBezTo>
                  <a:lnTo>
                    <a:pt x="1" y="9549"/>
                  </a:lnTo>
                  <a:cubicBezTo>
                    <a:pt x="1" y="9632"/>
                    <a:pt x="72" y="9704"/>
                    <a:pt x="168" y="9704"/>
                  </a:cubicBezTo>
                  <a:cubicBezTo>
                    <a:pt x="251" y="9704"/>
                    <a:pt x="334" y="9632"/>
                    <a:pt x="334" y="9549"/>
                  </a:cubicBezTo>
                  <a:lnTo>
                    <a:pt x="334" y="1358"/>
                  </a:lnTo>
                  <a:lnTo>
                    <a:pt x="4025" y="1358"/>
                  </a:lnTo>
                  <a:cubicBezTo>
                    <a:pt x="3930" y="1560"/>
                    <a:pt x="3882" y="1786"/>
                    <a:pt x="3870" y="2024"/>
                  </a:cubicBezTo>
                  <a:lnTo>
                    <a:pt x="727" y="2024"/>
                  </a:lnTo>
                  <a:cubicBezTo>
                    <a:pt x="644" y="2024"/>
                    <a:pt x="572" y="2096"/>
                    <a:pt x="572" y="2191"/>
                  </a:cubicBezTo>
                  <a:lnTo>
                    <a:pt x="572" y="9132"/>
                  </a:lnTo>
                  <a:cubicBezTo>
                    <a:pt x="572" y="9216"/>
                    <a:pt x="644" y="9287"/>
                    <a:pt x="727" y="9287"/>
                  </a:cubicBezTo>
                  <a:lnTo>
                    <a:pt x="3978" y="9287"/>
                  </a:lnTo>
                  <a:cubicBezTo>
                    <a:pt x="4061" y="9287"/>
                    <a:pt x="4144" y="9216"/>
                    <a:pt x="4144" y="9132"/>
                  </a:cubicBezTo>
                  <a:cubicBezTo>
                    <a:pt x="4144" y="9037"/>
                    <a:pt x="4061" y="8966"/>
                    <a:pt x="3978" y="8966"/>
                  </a:cubicBezTo>
                  <a:lnTo>
                    <a:pt x="894" y="8966"/>
                  </a:lnTo>
                  <a:lnTo>
                    <a:pt x="894" y="2322"/>
                  </a:lnTo>
                  <a:lnTo>
                    <a:pt x="3870" y="2322"/>
                  </a:lnTo>
                  <a:cubicBezTo>
                    <a:pt x="3930" y="3072"/>
                    <a:pt x="4382" y="3703"/>
                    <a:pt x="5013" y="4048"/>
                  </a:cubicBezTo>
                  <a:lnTo>
                    <a:pt x="5013" y="8966"/>
                  </a:lnTo>
                  <a:lnTo>
                    <a:pt x="4620" y="8966"/>
                  </a:lnTo>
                  <a:cubicBezTo>
                    <a:pt x="4525" y="8966"/>
                    <a:pt x="4454" y="9037"/>
                    <a:pt x="4454" y="9132"/>
                  </a:cubicBezTo>
                  <a:cubicBezTo>
                    <a:pt x="4454" y="9216"/>
                    <a:pt x="4525" y="9287"/>
                    <a:pt x="4620" y="9287"/>
                  </a:cubicBezTo>
                  <a:lnTo>
                    <a:pt x="5180" y="9287"/>
                  </a:lnTo>
                  <a:cubicBezTo>
                    <a:pt x="5275" y="9287"/>
                    <a:pt x="5347" y="9216"/>
                    <a:pt x="5347" y="9132"/>
                  </a:cubicBezTo>
                  <a:lnTo>
                    <a:pt x="5347" y="4191"/>
                  </a:lnTo>
                  <a:cubicBezTo>
                    <a:pt x="5418" y="4215"/>
                    <a:pt x="5513" y="4227"/>
                    <a:pt x="5585" y="4251"/>
                  </a:cubicBezTo>
                  <a:lnTo>
                    <a:pt x="5585" y="10680"/>
                  </a:lnTo>
                  <a:lnTo>
                    <a:pt x="346" y="10680"/>
                  </a:lnTo>
                  <a:lnTo>
                    <a:pt x="346" y="10168"/>
                  </a:lnTo>
                  <a:cubicBezTo>
                    <a:pt x="346" y="10085"/>
                    <a:pt x="263" y="10001"/>
                    <a:pt x="179" y="10001"/>
                  </a:cubicBezTo>
                  <a:cubicBezTo>
                    <a:pt x="84" y="10001"/>
                    <a:pt x="13" y="10085"/>
                    <a:pt x="13" y="10168"/>
                  </a:cubicBezTo>
                  <a:lnTo>
                    <a:pt x="13" y="10835"/>
                  </a:lnTo>
                  <a:cubicBezTo>
                    <a:pt x="13" y="10930"/>
                    <a:pt x="84" y="11002"/>
                    <a:pt x="179" y="11002"/>
                  </a:cubicBezTo>
                  <a:lnTo>
                    <a:pt x="5752" y="11002"/>
                  </a:lnTo>
                  <a:cubicBezTo>
                    <a:pt x="5835" y="11002"/>
                    <a:pt x="5906" y="10930"/>
                    <a:pt x="5906" y="10835"/>
                  </a:cubicBezTo>
                  <a:lnTo>
                    <a:pt x="5906" y="4286"/>
                  </a:lnTo>
                  <a:lnTo>
                    <a:pt x="6025" y="4286"/>
                  </a:lnTo>
                  <a:cubicBezTo>
                    <a:pt x="6537" y="4286"/>
                    <a:pt x="7037" y="4108"/>
                    <a:pt x="7430" y="3775"/>
                  </a:cubicBezTo>
                  <a:cubicBezTo>
                    <a:pt x="7811" y="3441"/>
                    <a:pt x="8061" y="2977"/>
                    <a:pt x="8157" y="2489"/>
                  </a:cubicBezTo>
                  <a:cubicBezTo>
                    <a:pt x="8157" y="2417"/>
                    <a:pt x="8097" y="2322"/>
                    <a:pt x="8014" y="2310"/>
                  </a:cubicBezTo>
                  <a:cubicBezTo>
                    <a:pt x="8006" y="2309"/>
                    <a:pt x="7998" y="2309"/>
                    <a:pt x="7990" y="2309"/>
                  </a:cubicBezTo>
                  <a:cubicBezTo>
                    <a:pt x="7907" y="2309"/>
                    <a:pt x="7846" y="2365"/>
                    <a:pt x="7835" y="2441"/>
                  </a:cubicBezTo>
                  <a:cubicBezTo>
                    <a:pt x="7680" y="3322"/>
                    <a:pt x="6918" y="3977"/>
                    <a:pt x="6025" y="3977"/>
                  </a:cubicBezTo>
                  <a:cubicBezTo>
                    <a:pt x="5013" y="3977"/>
                    <a:pt x="4204" y="3155"/>
                    <a:pt x="4204" y="2143"/>
                  </a:cubicBezTo>
                  <a:cubicBezTo>
                    <a:pt x="4204" y="1131"/>
                    <a:pt x="5013" y="322"/>
                    <a:pt x="6025" y="322"/>
                  </a:cubicBezTo>
                  <a:cubicBezTo>
                    <a:pt x="6918" y="322"/>
                    <a:pt x="7692" y="988"/>
                    <a:pt x="7835" y="1870"/>
                  </a:cubicBezTo>
                  <a:cubicBezTo>
                    <a:pt x="7846" y="1946"/>
                    <a:pt x="7907" y="2002"/>
                    <a:pt x="7990" y="2002"/>
                  </a:cubicBezTo>
                  <a:cubicBezTo>
                    <a:pt x="7998" y="2002"/>
                    <a:pt x="8006" y="2002"/>
                    <a:pt x="8014" y="2000"/>
                  </a:cubicBezTo>
                  <a:cubicBezTo>
                    <a:pt x="8097" y="1989"/>
                    <a:pt x="8157" y="1905"/>
                    <a:pt x="8145" y="1822"/>
                  </a:cubicBezTo>
                  <a:cubicBezTo>
                    <a:pt x="8073" y="1310"/>
                    <a:pt x="7811" y="857"/>
                    <a:pt x="7430" y="524"/>
                  </a:cubicBezTo>
                  <a:cubicBezTo>
                    <a:pt x="7037" y="179"/>
                    <a:pt x="6537" y="0"/>
                    <a:pt x="60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66;p60">
              <a:extLst>
                <a:ext uri="{FF2B5EF4-FFF2-40B4-BE49-F238E27FC236}">
                  <a16:creationId xmlns:a16="http://schemas.microsoft.com/office/drawing/2014/main" id="{623AD0A1-FBA9-AE4A-6AD3-F76C55175385}"/>
                </a:ext>
              </a:extLst>
            </p:cNvPr>
            <p:cNvSpPr/>
            <p:nvPr/>
          </p:nvSpPr>
          <p:spPr>
            <a:xfrm>
              <a:off x="3298448" y="2932403"/>
              <a:ext cx="28322" cy="54331"/>
            </a:xfrm>
            <a:custGeom>
              <a:avLst/>
              <a:gdLst/>
              <a:ahLst/>
              <a:cxnLst/>
              <a:rect l="l" t="t" r="r" b="b"/>
              <a:pathLst>
                <a:path w="894" h="1715" extrusionOk="0">
                  <a:moveTo>
                    <a:pt x="179" y="0"/>
                  </a:moveTo>
                  <a:cubicBezTo>
                    <a:pt x="96" y="0"/>
                    <a:pt x="13" y="84"/>
                    <a:pt x="13" y="167"/>
                  </a:cubicBezTo>
                  <a:cubicBezTo>
                    <a:pt x="13" y="262"/>
                    <a:pt x="96" y="334"/>
                    <a:pt x="179" y="334"/>
                  </a:cubicBezTo>
                  <a:lnTo>
                    <a:pt x="287" y="334"/>
                  </a:lnTo>
                  <a:lnTo>
                    <a:pt x="287" y="1393"/>
                  </a:lnTo>
                  <a:lnTo>
                    <a:pt x="167" y="1393"/>
                  </a:lnTo>
                  <a:cubicBezTo>
                    <a:pt x="72" y="1393"/>
                    <a:pt x="1" y="1465"/>
                    <a:pt x="1" y="1560"/>
                  </a:cubicBezTo>
                  <a:cubicBezTo>
                    <a:pt x="1" y="1643"/>
                    <a:pt x="72" y="1715"/>
                    <a:pt x="167" y="1715"/>
                  </a:cubicBezTo>
                  <a:lnTo>
                    <a:pt x="727" y="1715"/>
                  </a:lnTo>
                  <a:cubicBezTo>
                    <a:pt x="822" y="1715"/>
                    <a:pt x="894" y="1643"/>
                    <a:pt x="894" y="1560"/>
                  </a:cubicBezTo>
                  <a:cubicBezTo>
                    <a:pt x="894" y="1465"/>
                    <a:pt x="822" y="1393"/>
                    <a:pt x="727" y="1393"/>
                  </a:cubicBezTo>
                  <a:lnTo>
                    <a:pt x="608" y="1393"/>
                  </a:lnTo>
                  <a:lnTo>
                    <a:pt x="608" y="167"/>
                  </a:lnTo>
                  <a:cubicBezTo>
                    <a:pt x="608" y="84"/>
                    <a:pt x="537" y="0"/>
                    <a:pt x="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67;p60">
              <a:extLst>
                <a:ext uri="{FF2B5EF4-FFF2-40B4-BE49-F238E27FC236}">
                  <a16:creationId xmlns:a16="http://schemas.microsoft.com/office/drawing/2014/main" id="{76ED5E78-DB56-C83F-1F8C-44FC0BB29B27}"/>
                </a:ext>
              </a:extLst>
            </p:cNvPr>
            <p:cNvSpPr/>
            <p:nvPr/>
          </p:nvSpPr>
          <p:spPr>
            <a:xfrm>
              <a:off x="3302218" y="2916183"/>
              <a:ext cx="15492" cy="15111"/>
            </a:xfrm>
            <a:custGeom>
              <a:avLst/>
              <a:gdLst/>
              <a:ahLst/>
              <a:cxnLst/>
              <a:rect l="l" t="t" r="r" b="b"/>
              <a:pathLst>
                <a:path w="489" h="477" extrusionOk="0">
                  <a:moveTo>
                    <a:pt x="239" y="0"/>
                  </a:moveTo>
                  <a:cubicBezTo>
                    <a:pt x="108" y="0"/>
                    <a:pt x="1" y="108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cubicBezTo>
                    <a:pt x="370" y="477"/>
                    <a:pt x="477" y="370"/>
                    <a:pt x="477" y="239"/>
                  </a:cubicBezTo>
                  <a:cubicBezTo>
                    <a:pt x="489" y="108"/>
                    <a:pt x="37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0">
          <a:extLst>
            <a:ext uri="{FF2B5EF4-FFF2-40B4-BE49-F238E27FC236}">
              <a16:creationId xmlns:a16="http://schemas.microsoft.com/office/drawing/2014/main" id="{86EDAA19-3F01-2BE7-1F45-0CDB1445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45">
            <a:extLst>
              <a:ext uri="{FF2B5EF4-FFF2-40B4-BE49-F238E27FC236}">
                <a16:creationId xmlns:a16="http://schemas.microsoft.com/office/drawing/2014/main" id="{D04184DF-9640-C734-03EE-92B361980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7886" y="284041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GROUND LEVEL</a:t>
            </a:r>
            <a:br>
              <a:rPr lang="en-US" dirty="0"/>
            </a:br>
            <a:r>
              <a:rPr lang="en-US" dirty="0"/>
              <a:t> DATA ARCHITECTURE</a:t>
            </a:r>
            <a:endParaRPr b="0" dirty="0"/>
          </a:p>
        </p:txBody>
      </p:sp>
      <p:grpSp>
        <p:nvGrpSpPr>
          <p:cNvPr id="2327" name="Google Shape;2327;p45">
            <a:extLst>
              <a:ext uri="{FF2B5EF4-FFF2-40B4-BE49-F238E27FC236}">
                <a16:creationId xmlns:a16="http://schemas.microsoft.com/office/drawing/2014/main" id="{E1008980-B6C7-4A4F-4281-CB784A869C9D}"/>
              </a:ext>
            </a:extLst>
          </p:cNvPr>
          <p:cNvGrpSpPr/>
          <p:nvPr/>
        </p:nvGrpSpPr>
        <p:grpSpPr>
          <a:xfrm>
            <a:off x="3324739" y="3996689"/>
            <a:ext cx="3280348" cy="219418"/>
            <a:chOff x="2960748" y="4106478"/>
            <a:chExt cx="1901982" cy="127221"/>
          </a:xfrm>
        </p:grpSpPr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D51CB0E1-5DE3-0DDD-DA38-2D14227EBB8E}"/>
                </a:ext>
              </a:extLst>
            </p:cNvPr>
            <p:cNvSpPr/>
            <p:nvPr/>
          </p:nvSpPr>
          <p:spPr>
            <a:xfrm>
              <a:off x="2973423" y="4106478"/>
              <a:ext cx="1889307" cy="113870"/>
            </a:xfrm>
            <a:custGeom>
              <a:avLst/>
              <a:gdLst/>
              <a:ahLst/>
              <a:cxnLst/>
              <a:rect l="l" t="t" r="r" b="b"/>
              <a:pathLst>
                <a:path w="67379" h="4061" extrusionOk="0">
                  <a:moveTo>
                    <a:pt x="35624" y="0"/>
                  </a:moveTo>
                  <a:cubicBezTo>
                    <a:pt x="35577" y="0"/>
                    <a:pt x="35541" y="12"/>
                    <a:pt x="35517" y="48"/>
                  </a:cubicBezTo>
                  <a:lnTo>
                    <a:pt x="31790" y="3762"/>
                  </a:lnTo>
                  <a:lnTo>
                    <a:pt x="156" y="3762"/>
                  </a:lnTo>
                  <a:cubicBezTo>
                    <a:pt x="60" y="3762"/>
                    <a:pt x="1" y="3822"/>
                    <a:pt x="1" y="3917"/>
                  </a:cubicBezTo>
                  <a:cubicBezTo>
                    <a:pt x="1" y="4001"/>
                    <a:pt x="60" y="4060"/>
                    <a:pt x="156" y="4060"/>
                  </a:cubicBezTo>
                  <a:lnTo>
                    <a:pt x="31850" y="4060"/>
                  </a:lnTo>
                  <a:cubicBezTo>
                    <a:pt x="31898" y="4060"/>
                    <a:pt x="31933" y="4048"/>
                    <a:pt x="31957" y="4024"/>
                  </a:cubicBezTo>
                  <a:lnTo>
                    <a:pt x="35684" y="298"/>
                  </a:lnTo>
                  <a:lnTo>
                    <a:pt x="67235" y="298"/>
                  </a:lnTo>
                  <a:cubicBezTo>
                    <a:pt x="67319" y="298"/>
                    <a:pt x="67378" y="238"/>
                    <a:pt x="67378" y="155"/>
                  </a:cubicBezTo>
                  <a:cubicBezTo>
                    <a:pt x="67378" y="60"/>
                    <a:pt x="67319" y="0"/>
                    <a:pt x="67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E3A75311-F1A3-4448-F59D-5EBCD3E0BB90}"/>
                </a:ext>
              </a:extLst>
            </p:cNvPr>
            <p:cNvSpPr/>
            <p:nvPr/>
          </p:nvSpPr>
          <p:spPr>
            <a:xfrm>
              <a:off x="2962739" y="4199939"/>
              <a:ext cx="31741" cy="31741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560" y="1"/>
                  </a:moveTo>
                  <a:cubicBezTo>
                    <a:pt x="251" y="1"/>
                    <a:pt x="1" y="251"/>
                    <a:pt x="1" y="572"/>
                  </a:cubicBezTo>
                  <a:cubicBezTo>
                    <a:pt x="1" y="882"/>
                    <a:pt x="251" y="1132"/>
                    <a:pt x="560" y="1132"/>
                  </a:cubicBezTo>
                  <a:cubicBezTo>
                    <a:pt x="882" y="1132"/>
                    <a:pt x="1132" y="882"/>
                    <a:pt x="1132" y="572"/>
                  </a:cubicBezTo>
                  <a:cubicBezTo>
                    <a:pt x="1132" y="251"/>
                    <a:pt x="882" y="1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41CA67C1-11B0-33E6-603D-677DB8FDF710}"/>
                </a:ext>
              </a:extLst>
            </p:cNvPr>
            <p:cNvSpPr/>
            <p:nvPr/>
          </p:nvSpPr>
          <p:spPr>
            <a:xfrm>
              <a:off x="2960748" y="4197948"/>
              <a:ext cx="35751" cy="35751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1" y="167"/>
                  </a:moveTo>
                  <a:cubicBezTo>
                    <a:pt x="905" y="167"/>
                    <a:pt x="1131" y="381"/>
                    <a:pt x="1131" y="655"/>
                  </a:cubicBezTo>
                  <a:cubicBezTo>
                    <a:pt x="1131" y="917"/>
                    <a:pt x="905" y="1143"/>
                    <a:pt x="631" y="1143"/>
                  </a:cubicBezTo>
                  <a:cubicBezTo>
                    <a:pt x="369" y="1143"/>
                    <a:pt x="143" y="917"/>
                    <a:pt x="143" y="655"/>
                  </a:cubicBezTo>
                  <a:cubicBezTo>
                    <a:pt x="143" y="381"/>
                    <a:pt x="369" y="167"/>
                    <a:pt x="631" y="167"/>
                  </a:cubicBezTo>
                  <a:close/>
                  <a:moveTo>
                    <a:pt x="631" y="0"/>
                  </a:moveTo>
                  <a:cubicBezTo>
                    <a:pt x="298" y="0"/>
                    <a:pt x="0" y="286"/>
                    <a:pt x="0" y="643"/>
                  </a:cubicBezTo>
                  <a:cubicBezTo>
                    <a:pt x="0" y="1001"/>
                    <a:pt x="298" y="1274"/>
                    <a:pt x="631" y="1274"/>
                  </a:cubicBezTo>
                  <a:cubicBezTo>
                    <a:pt x="977" y="1274"/>
                    <a:pt x="1274" y="1001"/>
                    <a:pt x="1274" y="643"/>
                  </a:cubicBezTo>
                  <a:cubicBezTo>
                    <a:pt x="1274" y="298"/>
                    <a:pt x="989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5">
              <a:extLst>
                <a:ext uri="{FF2B5EF4-FFF2-40B4-BE49-F238E27FC236}">
                  <a16:creationId xmlns:a16="http://schemas.microsoft.com/office/drawing/2014/main" id="{4143950A-DB78-1B99-A255-39DEEF8AE5AA}"/>
                </a:ext>
              </a:extLst>
            </p:cNvPr>
            <p:cNvSpPr/>
            <p:nvPr/>
          </p:nvSpPr>
          <p:spPr>
            <a:xfrm>
              <a:off x="4336584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8" y="0"/>
                  </a:moveTo>
                  <a:cubicBezTo>
                    <a:pt x="3219" y="0"/>
                    <a:pt x="3198" y="6"/>
                    <a:pt x="3180" y="18"/>
                  </a:cubicBezTo>
                  <a:lnTo>
                    <a:pt x="25" y="3173"/>
                  </a:lnTo>
                  <a:cubicBezTo>
                    <a:pt x="1" y="3209"/>
                    <a:pt x="1" y="3256"/>
                    <a:pt x="25" y="3280"/>
                  </a:cubicBezTo>
                  <a:cubicBezTo>
                    <a:pt x="49" y="3292"/>
                    <a:pt x="72" y="3292"/>
                    <a:pt x="84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5">
              <a:extLst>
                <a:ext uri="{FF2B5EF4-FFF2-40B4-BE49-F238E27FC236}">
                  <a16:creationId xmlns:a16="http://schemas.microsoft.com/office/drawing/2014/main" id="{D971C286-34B6-EDFE-849C-2A7897BDEEB1}"/>
                </a:ext>
              </a:extLst>
            </p:cNvPr>
            <p:cNvSpPr/>
            <p:nvPr/>
          </p:nvSpPr>
          <p:spPr>
            <a:xfrm>
              <a:off x="4301533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8" y="0"/>
                  </a:moveTo>
                  <a:cubicBezTo>
                    <a:pt x="3218" y="0"/>
                    <a:pt x="3198" y="6"/>
                    <a:pt x="3180" y="18"/>
                  </a:cubicBezTo>
                  <a:lnTo>
                    <a:pt x="25" y="3173"/>
                  </a:lnTo>
                  <a:cubicBezTo>
                    <a:pt x="1" y="3209"/>
                    <a:pt x="1" y="3256"/>
                    <a:pt x="25" y="3280"/>
                  </a:cubicBezTo>
                  <a:cubicBezTo>
                    <a:pt x="48" y="3292"/>
                    <a:pt x="72" y="3292"/>
                    <a:pt x="84" y="3292"/>
                  </a:cubicBezTo>
                  <a:cubicBezTo>
                    <a:pt x="120" y="3292"/>
                    <a:pt x="132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5">
              <a:extLst>
                <a:ext uri="{FF2B5EF4-FFF2-40B4-BE49-F238E27FC236}">
                  <a16:creationId xmlns:a16="http://schemas.microsoft.com/office/drawing/2014/main" id="{462789EC-00B6-CA97-9D7B-CBD0CD61AD64}"/>
                </a:ext>
              </a:extLst>
            </p:cNvPr>
            <p:cNvSpPr/>
            <p:nvPr/>
          </p:nvSpPr>
          <p:spPr>
            <a:xfrm>
              <a:off x="4266818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1" y="3209"/>
                    <a:pt x="1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2" y="101"/>
                    <a:pt x="3322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5">
              <a:extLst>
                <a:ext uri="{FF2B5EF4-FFF2-40B4-BE49-F238E27FC236}">
                  <a16:creationId xmlns:a16="http://schemas.microsoft.com/office/drawing/2014/main" id="{0694B35C-1A4F-B1AB-EB96-F86F935463E9}"/>
                </a:ext>
              </a:extLst>
            </p:cNvPr>
            <p:cNvSpPr/>
            <p:nvPr/>
          </p:nvSpPr>
          <p:spPr>
            <a:xfrm>
              <a:off x="4231767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31" y="3292"/>
                    <a:pt x="131" y="3280"/>
                  </a:cubicBezTo>
                  <a:lnTo>
                    <a:pt x="3287" y="125"/>
                  </a:lnTo>
                  <a:cubicBezTo>
                    <a:pt x="3322" y="101"/>
                    <a:pt x="3322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5">
              <a:extLst>
                <a:ext uri="{FF2B5EF4-FFF2-40B4-BE49-F238E27FC236}">
                  <a16:creationId xmlns:a16="http://schemas.microsoft.com/office/drawing/2014/main" id="{5FEF029F-DE5D-B012-D9DD-A3729002C431}"/>
                </a:ext>
              </a:extLst>
            </p:cNvPr>
            <p:cNvSpPr/>
            <p:nvPr/>
          </p:nvSpPr>
          <p:spPr>
            <a:xfrm>
              <a:off x="4197052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4" y="3292"/>
                    <a:pt x="95" y="3292"/>
                  </a:cubicBezTo>
                  <a:cubicBezTo>
                    <a:pt x="107" y="3292"/>
                    <a:pt x="119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0" y="6"/>
                    <a:pt x="3260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5">
              <a:extLst>
                <a:ext uri="{FF2B5EF4-FFF2-40B4-BE49-F238E27FC236}">
                  <a16:creationId xmlns:a16="http://schemas.microsoft.com/office/drawing/2014/main" id="{A78ACCEE-39F9-2ADB-4CCA-03404D3771AB}"/>
                </a:ext>
              </a:extLst>
            </p:cNvPr>
            <p:cNvSpPr/>
            <p:nvPr/>
          </p:nvSpPr>
          <p:spPr>
            <a:xfrm>
              <a:off x="4162000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3" y="3292"/>
                    <a:pt x="95" y="3292"/>
                  </a:cubicBezTo>
                  <a:cubicBezTo>
                    <a:pt x="107" y="3292"/>
                    <a:pt x="143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0" y="6"/>
                    <a:pt x="3259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5">
              <a:extLst>
                <a:ext uri="{FF2B5EF4-FFF2-40B4-BE49-F238E27FC236}">
                  <a16:creationId xmlns:a16="http://schemas.microsoft.com/office/drawing/2014/main" id="{C64F11E8-1EC9-958D-AD37-CCDFBC5D5BE1}"/>
                </a:ext>
              </a:extLst>
            </p:cNvPr>
            <p:cNvSpPr/>
            <p:nvPr/>
          </p:nvSpPr>
          <p:spPr>
            <a:xfrm>
              <a:off x="4127594" y="4128013"/>
              <a:ext cx="92840" cy="92336"/>
            </a:xfrm>
            <a:custGeom>
              <a:avLst/>
              <a:gdLst/>
              <a:ahLst/>
              <a:cxnLst/>
              <a:rect l="l" t="t" r="r" b="b"/>
              <a:pathLst>
                <a:path w="3311" h="3293" extrusionOk="0">
                  <a:moveTo>
                    <a:pt x="3233" y="0"/>
                  </a:moveTo>
                  <a:cubicBezTo>
                    <a:pt x="3215" y="0"/>
                    <a:pt x="3197" y="6"/>
                    <a:pt x="3180" y="18"/>
                  </a:cubicBezTo>
                  <a:lnTo>
                    <a:pt x="24" y="3173"/>
                  </a:lnTo>
                  <a:cubicBezTo>
                    <a:pt x="1" y="3209"/>
                    <a:pt x="1" y="3256"/>
                    <a:pt x="24" y="3280"/>
                  </a:cubicBezTo>
                  <a:cubicBezTo>
                    <a:pt x="36" y="3292"/>
                    <a:pt x="72" y="3292"/>
                    <a:pt x="84" y="3292"/>
                  </a:cubicBezTo>
                  <a:cubicBezTo>
                    <a:pt x="96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11" y="101"/>
                    <a:pt x="3311" y="54"/>
                    <a:pt x="3287" y="18"/>
                  </a:cubicBezTo>
                  <a:cubicBezTo>
                    <a:pt x="3269" y="6"/>
                    <a:pt x="3251" y="0"/>
                    <a:pt x="3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2CC17117-8930-B29D-FDBC-22EB8F1CF119}"/>
                </a:ext>
              </a:extLst>
            </p:cNvPr>
            <p:cNvSpPr/>
            <p:nvPr/>
          </p:nvSpPr>
          <p:spPr>
            <a:xfrm>
              <a:off x="4092543" y="4128013"/>
              <a:ext cx="92840" cy="92336"/>
            </a:xfrm>
            <a:custGeom>
              <a:avLst/>
              <a:gdLst/>
              <a:ahLst/>
              <a:cxnLst/>
              <a:rect l="l" t="t" r="r" b="b"/>
              <a:pathLst>
                <a:path w="3311" h="3293" extrusionOk="0">
                  <a:moveTo>
                    <a:pt x="3233" y="0"/>
                  </a:moveTo>
                  <a:cubicBezTo>
                    <a:pt x="3215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1" y="3209"/>
                    <a:pt x="1" y="3256"/>
                    <a:pt x="24" y="3280"/>
                  </a:cubicBezTo>
                  <a:cubicBezTo>
                    <a:pt x="36" y="3292"/>
                    <a:pt x="72" y="3292"/>
                    <a:pt x="84" y="3292"/>
                  </a:cubicBezTo>
                  <a:cubicBezTo>
                    <a:pt x="96" y="3292"/>
                    <a:pt x="131" y="3292"/>
                    <a:pt x="131" y="3280"/>
                  </a:cubicBezTo>
                  <a:lnTo>
                    <a:pt x="3287" y="125"/>
                  </a:lnTo>
                  <a:cubicBezTo>
                    <a:pt x="3310" y="101"/>
                    <a:pt x="3310" y="54"/>
                    <a:pt x="3287" y="18"/>
                  </a:cubicBezTo>
                  <a:cubicBezTo>
                    <a:pt x="3269" y="6"/>
                    <a:pt x="3251" y="0"/>
                    <a:pt x="3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5">
              <a:extLst>
                <a:ext uri="{FF2B5EF4-FFF2-40B4-BE49-F238E27FC236}">
                  <a16:creationId xmlns:a16="http://schemas.microsoft.com/office/drawing/2014/main" id="{88B74727-37C2-958E-B154-C4CCB33825B0}"/>
                </a:ext>
              </a:extLst>
            </p:cNvPr>
            <p:cNvSpPr/>
            <p:nvPr/>
          </p:nvSpPr>
          <p:spPr>
            <a:xfrm>
              <a:off x="4057828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7" y="0"/>
                  </a:moveTo>
                  <a:cubicBezTo>
                    <a:pt x="3218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0" y="3209"/>
                    <a:pt x="0" y="3256"/>
                    <a:pt x="24" y="3280"/>
                  </a:cubicBezTo>
                  <a:cubicBezTo>
                    <a:pt x="48" y="3292"/>
                    <a:pt x="72" y="3292"/>
                    <a:pt x="84" y="3292"/>
                  </a:cubicBezTo>
                  <a:cubicBezTo>
                    <a:pt x="107" y="3292"/>
                    <a:pt x="119" y="3292"/>
                    <a:pt x="131" y="3280"/>
                  </a:cubicBezTo>
                  <a:lnTo>
                    <a:pt x="3286" y="125"/>
                  </a:lnTo>
                  <a:cubicBezTo>
                    <a:pt x="3322" y="101"/>
                    <a:pt x="3322" y="54"/>
                    <a:pt x="3286" y="18"/>
                  </a:cubicBezTo>
                  <a:cubicBezTo>
                    <a:pt x="3274" y="6"/>
                    <a:pt x="3257" y="0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5">
              <a:extLst>
                <a:ext uri="{FF2B5EF4-FFF2-40B4-BE49-F238E27FC236}">
                  <a16:creationId xmlns:a16="http://schemas.microsoft.com/office/drawing/2014/main" id="{D962A9FE-914E-D61A-A438-2A336992AD76}"/>
                </a:ext>
              </a:extLst>
            </p:cNvPr>
            <p:cNvSpPr/>
            <p:nvPr/>
          </p:nvSpPr>
          <p:spPr>
            <a:xfrm>
              <a:off x="4022776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37" y="0"/>
                  </a:moveTo>
                  <a:cubicBezTo>
                    <a:pt x="3218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0" y="3209"/>
                    <a:pt x="0" y="3256"/>
                    <a:pt x="24" y="3280"/>
                  </a:cubicBezTo>
                  <a:cubicBezTo>
                    <a:pt x="48" y="3292"/>
                    <a:pt x="72" y="3292"/>
                    <a:pt x="83" y="3292"/>
                  </a:cubicBezTo>
                  <a:cubicBezTo>
                    <a:pt x="107" y="3292"/>
                    <a:pt x="131" y="3292"/>
                    <a:pt x="131" y="3280"/>
                  </a:cubicBezTo>
                  <a:lnTo>
                    <a:pt x="3286" y="125"/>
                  </a:lnTo>
                  <a:cubicBezTo>
                    <a:pt x="3322" y="101"/>
                    <a:pt x="3322" y="54"/>
                    <a:pt x="3286" y="18"/>
                  </a:cubicBezTo>
                  <a:cubicBezTo>
                    <a:pt x="3274" y="6"/>
                    <a:pt x="3256" y="0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5">
              <a:extLst>
                <a:ext uri="{FF2B5EF4-FFF2-40B4-BE49-F238E27FC236}">
                  <a16:creationId xmlns:a16="http://schemas.microsoft.com/office/drawing/2014/main" id="{7C6EF058-6006-9A4C-4958-8B75E09C1821}"/>
                </a:ext>
              </a:extLst>
            </p:cNvPr>
            <p:cNvSpPr/>
            <p:nvPr/>
          </p:nvSpPr>
          <p:spPr>
            <a:xfrm>
              <a:off x="3988033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4" y="6"/>
                    <a:pt x="3192" y="18"/>
                  </a:cubicBezTo>
                  <a:lnTo>
                    <a:pt x="37" y="3173"/>
                  </a:lnTo>
                  <a:cubicBezTo>
                    <a:pt x="1" y="3209"/>
                    <a:pt x="1" y="3256"/>
                    <a:pt x="37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5">
              <a:extLst>
                <a:ext uri="{FF2B5EF4-FFF2-40B4-BE49-F238E27FC236}">
                  <a16:creationId xmlns:a16="http://schemas.microsoft.com/office/drawing/2014/main" id="{07F9BA90-2AFA-B4E8-F5BA-7CBAEF4A3380}"/>
                </a:ext>
              </a:extLst>
            </p:cNvPr>
            <p:cNvSpPr/>
            <p:nvPr/>
          </p:nvSpPr>
          <p:spPr>
            <a:xfrm>
              <a:off x="3952982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2" y="18"/>
                  </a:cubicBezTo>
                  <a:lnTo>
                    <a:pt x="36" y="3173"/>
                  </a:lnTo>
                  <a:cubicBezTo>
                    <a:pt x="1" y="3209"/>
                    <a:pt x="1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32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5">
              <a:extLst>
                <a:ext uri="{FF2B5EF4-FFF2-40B4-BE49-F238E27FC236}">
                  <a16:creationId xmlns:a16="http://schemas.microsoft.com/office/drawing/2014/main" id="{08A91257-5F01-4BF8-617F-BA96EDE94B72}"/>
                </a:ext>
              </a:extLst>
            </p:cNvPr>
            <p:cNvSpPr/>
            <p:nvPr/>
          </p:nvSpPr>
          <p:spPr>
            <a:xfrm>
              <a:off x="3918267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4" y="3292"/>
                    <a:pt x="96" y="3292"/>
                  </a:cubicBezTo>
                  <a:cubicBezTo>
                    <a:pt x="108" y="3292"/>
                    <a:pt x="120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1" y="6"/>
                    <a:pt x="3260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83B795A-9D9D-4F4E-AC99-41E56BC1F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583" y="281242"/>
            <a:ext cx="2774506" cy="40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96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0">
          <a:extLst>
            <a:ext uri="{FF2B5EF4-FFF2-40B4-BE49-F238E27FC236}">
              <a16:creationId xmlns:a16="http://schemas.microsoft.com/office/drawing/2014/main" id="{20EF6B3C-E9ED-4354-0067-FE78A953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45">
            <a:extLst>
              <a:ext uri="{FF2B5EF4-FFF2-40B4-BE49-F238E27FC236}">
                <a16:creationId xmlns:a16="http://schemas.microsoft.com/office/drawing/2014/main" id="{41DE3363-88E9-FF4C-F12E-D73D3B80D3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4195" y="301009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SKYLINE</a:t>
            </a:r>
            <a:br>
              <a:rPr lang="en-US" dirty="0"/>
            </a:br>
            <a:r>
              <a:rPr lang="en-US" dirty="0"/>
              <a:t>CLOUD INFRASTRUCTURE</a:t>
            </a:r>
            <a:endParaRPr b="0" dirty="0"/>
          </a:p>
        </p:txBody>
      </p:sp>
      <p:grpSp>
        <p:nvGrpSpPr>
          <p:cNvPr id="2327" name="Google Shape;2327;p45">
            <a:extLst>
              <a:ext uri="{FF2B5EF4-FFF2-40B4-BE49-F238E27FC236}">
                <a16:creationId xmlns:a16="http://schemas.microsoft.com/office/drawing/2014/main" id="{C94D72C1-5C0B-7732-7470-47170786061D}"/>
              </a:ext>
            </a:extLst>
          </p:cNvPr>
          <p:cNvGrpSpPr/>
          <p:nvPr/>
        </p:nvGrpSpPr>
        <p:grpSpPr>
          <a:xfrm>
            <a:off x="3981126" y="4217266"/>
            <a:ext cx="3280348" cy="219418"/>
            <a:chOff x="2960748" y="4106478"/>
            <a:chExt cx="1901982" cy="127221"/>
          </a:xfrm>
        </p:grpSpPr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37830806-F2BF-A245-12E1-2AD171DF6F1B}"/>
                </a:ext>
              </a:extLst>
            </p:cNvPr>
            <p:cNvSpPr/>
            <p:nvPr/>
          </p:nvSpPr>
          <p:spPr>
            <a:xfrm>
              <a:off x="2973423" y="4106478"/>
              <a:ext cx="1889307" cy="113870"/>
            </a:xfrm>
            <a:custGeom>
              <a:avLst/>
              <a:gdLst/>
              <a:ahLst/>
              <a:cxnLst/>
              <a:rect l="l" t="t" r="r" b="b"/>
              <a:pathLst>
                <a:path w="67379" h="4061" extrusionOk="0">
                  <a:moveTo>
                    <a:pt x="35624" y="0"/>
                  </a:moveTo>
                  <a:cubicBezTo>
                    <a:pt x="35577" y="0"/>
                    <a:pt x="35541" y="12"/>
                    <a:pt x="35517" y="48"/>
                  </a:cubicBezTo>
                  <a:lnTo>
                    <a:pt x="31790" y="3762"/>
                  </a:lnTo>
                  <a:lnTo>
                    <a:pt x="156" y="3762"/>
                  </a:lnTo>
                  <a:cubicBezTo>
                    <a:pt x="60" y="3762"/>
                    <a:pt x="1" y="3822"/>
                    <a:pt x="1" y="3917"/>
                  </a:cubicBezTo>
                  <a:cubicBezTo>
                    <a:pt x="1" y="4001"/>
                    <a:pt x="60" y="4060"/>
                    <a:pt x="156" y="4060"/>
                  </a:cubicBezTo>
                  <a:lnTo>
                    <a:pt x="31850" y="4060"/>
                  </a:lnTo>
                  <a:cubicBezTo>
                    <a:pt x="31898" y="4060"/>
                    <a:pt x="31933" y="4048"/>
                    <a:pt x="31957" y="4024"/>
                  </a:cubicBezTo>
                  <a:lnTo>
                    <a:pt x="35684" y="298"/>
                  </a:lnTo>
                  <a:lnTo>
                    <a:pt x="67235" y="298"/>
                  </a:lnTo>
                  <a:cubicBezTo>
                    <a:pt x="67319" y="298"/>
                    <a:pt x="67378" y="238"/>
                    <a:pt x="67378" y="155"/>
                  </a:cubicBezTo>
                  <a:cubicBezTo>
                    <a:pt x="67378" y="60"/>
                    <a:pt x="67319" y="0"/>
                    <a:pt x="67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9C5FF594-BB56-C7A8-D32A-0955F4FA11B8}"/>
                </a:ext>
              </a:extLst>
            </p:cNvPr>
            <p:cNvSpPr/>
            <p:nvPr/>
          </p:nvSpPr>
          <p:spPr>
            <a:xfrm>
              <a:off x="2962739" y="4199939"/>
              <a:ext cx="31741" cy="31741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560" y="1"/>
                  </a:moveTo>
                  <a:cubicBezTo>
                    <a:pt x="251" y="1"/>
                    <a:pt x="1" y="251"/>
                    <a:pt x="1" y="572"/>
                  </a:cubicBezTo>
                  <a:cubicBezTo>
                    <a:pt x="1" y="882"/>
                    <a:pt x="251" y="1132"/>
                    <a:pt x="560" y="1132"/>
                  </a:cubicBezTo>
                  <a:cubicBezTo>
                    <a:pt x="882" y="1132"/>
                    <a:pt x="1132" y="882"/>
                    <a:pt x="1132" y="572"/>
                  </a:cubicBezTo>
                  <a:cubicBezTo>
                    <a:pt x="1132" y="251"/>
                    <a:pt x="882" y="1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4E4506CE-96F1-A7C1-0C9A-3B36CBDB61F4}"/>
                </a:ext>
              </a:extLst>
            </p:cNvPr>
            <p:cNvSpPr/>
            <p:nvPr/>
          </p:nvSpPr>
          <p:spPr>
            <a:xfrm>
              <a:off x="2960748" y="4197948"/>
              <a:ext cx="35751" cy="35751"/>
            </a:xfrm>
            <a:custGeom>
              <a:avLst/>
              <a:gdLst/>
              <a:ahLst/>
              <a:cxnLst/>
              <a:rect l="l" t="t" r="r" b="b"/>
              <a:pathLst>
                <a:path w="1275" h="1275" extrusionOk="0">
                  <a:moveTo>
                    <a:pt x="631" y="167"/>
                  </a:moveTo>
                  <a:cubicBezTo>
                    <a:pt x="905" y="167"/>
                    <a:pt x="1131" y="381"/>
                    <a:pt x="1131" y="655"/>
                  </a:cubicBezTo>
                  <a:cubicBezTo>
                    <a:pt x="1131" y="917"/>
                    <a:pt x="905" y="1143"/>
                    <a:pt x="631" y="1143"/>
                  </a:cubicBezTo>
                  <a:cubicBezTo>
                    <a:pt x="369" y="1143"/>
                    <a:pt x="143" y="917"/>
                    <a:pt x="143" y="655"/>
                  </a:cubicBezTo>
                  <a:cubicBezTo>
                    <a:pt x="143" y="381"/>
                    <a:pt x="369" y="167"/>
                    <a:pt x="631" y="167"/>
                  </a:cubicBezTo>
                  <a:close/>
                  <a:moveTo>
                    <a:pt x="631" y="0"/>
                  </a:moveTo>
                  <a:cubicBezTo>
                    <a:pt x="298" y="0"/>
                    <a:pt x="0" y="286"/>
                    <a:pt x="0" y="643"/>
                  </a:cubicBezTo>
                  <a:cubicBezTo>
                    <a:pt x="0" y="1001"/>
                    <a:pt x="298" y="1274"/>
                    <a:pt x="631" y="1274"/>
                  </a:cubicBezTo>
                  <a:cubicBezTo>
                    <a:pt x="977" y="1274"/>
                    <a:pt x="1274" y="1001"/>
                    <a:pt x="1274" y="643"/>
                  </a:cubicBezTo>
                  <a:cubicBezTo>
                    <a:pt x="1274" y="298"/>
                    <a:pt x="989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5">
              <a:extLst>
                <a:ext uri="{FF2B5EF4-FFF2-40B4-BE49-F238E27FC236}">
                  <a16:creationId xmlns:a16="http://schemas.microsoft.com/office/drawing/2014/main" id="{46480186-9614-DFFA-21B1-2168BB2D021E}"/>
                </a:ext>
              </a:extLst>
            </p:cNvPr>
            <p:cNvSpPr/>
            <p:nvPr/>
          </p:nvSpPr>
          <p:spPr>
            <a:xfrm>
              <a:off x="4336584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8" y="0"/>
                  </a:moveTo>
                  <a:cubicBezTo>
                    <a:pt x="3219" y="0"/>
                    <a:pt x="3198" y="6"/>
                    <a:pt x="3180" y="18"/>
                  </a:cubicBezTo>
                  <a:lnTo>
                    <a:pt x="25" y="3173"/>
                  </a:lnTo>
                  <a:cubicBezTo>
                    <a:pt x="1" y="3209"/>
                    <a:pt x="1" y="3256"/>
                    <a:pt x="25" y="3280"/>
                  </a:cubicBezTo>
                  <a:cubicBezTo>
                    <a:pt x="49" y="3292"/>
                    <a:pt x="72" y="3292"/>
                    <a:pt x="84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5">
              <a:extLst>
                <a:ext uri="{FF2B5EF4-FFF2-40B4-BE49-F238E27FC236}">
                  <a16:creationId xmlns:a16="http://schemas.microsoft.com/office/drawing/2014/main" id="{4D6D7317-B0CB-F993-DC90-922A76119133}"/>
                </a:ext>
              </a:extLst>
            </p:cNvPr>
            <p:cNvSpPr/>
            <p:nvPr/>
          </p:nvSpPr>
          <p:spPr>
            <a:xfrm>
              <a:off x="4301533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8" y="0"/>
                  </a:moveTo>
                  <a:cubicBezTo>
                    <a:pt x="3218" y="0"/>
                    <a:pt x="3198" y="6"/>
                    <a:pt x="3180" y="18"/>
                  </a:cubicBezTo>
                  <a:lnTo>
                    <a:pt x="25" y="3173"/>
                  </a:lnTo>
                  <a:cubicBezTo>
                    <a:pt x="1" y="3209"/>
                    <a:pt x="1" y="3256"/>
                    <a:pt x="25" y="3280"/>
                  </a:cubicBezTo>
                  <a:cubicBezTo>
                    <a:pt x="48" y="3292"/>
                    <a:pt x="72" y="3292"/>
                    <a:pt x="84" y="3292"/>
                  </a:cubicBezTo>
                  <a:cubicBezTo>
                    <a:pt x="120" y="3292"/>
                    <a:pt x="132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5">
              <a:extLst>
                <a:ext uri="{FF2B5EF4-FFF2-40B4-BE49-F238E27FC236}">
                  <a16:creationId xmlns:a16="http://schemas.microsoft.com/office/drawing/2014/main" id="{B22339AB-F985-C3D2-E50C-D6D75E1C2A05}"/>
                </a:ext>
              </a:extLst>
            </p:cNvPr>
            <p:cNvSpPr/>
            <p:nvPr/>
          </p:nvSpPr>
          <p:spPr>
            <a:xfrm>
              <a:off x="4266818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1" y="3209"/>
                    <a:pt x="1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2" y="101"/>
                    <a:pt x="3322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5">
              <a:extLst>
                <a:ext uri="{FF2B5EF4-FFF2-40B4-BE49-F238E27FC236}">
                  <a16:creationId xmlns:a16="http://schemas.microsoft.com/office/drawing/2014/main" id="{4440A1FA-2C86-0C7F-F173-66C18BEB6430}"/>
                </a:ext>
              </a:extLst>
            </p:cNvPr>
            <p:cNvSpPr/>
            <p:nvPr/>
          </p:nvSpPr>
          <p:spPr>
            <a:xfrm>
              <a:off x="4231767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31" y="3292"/>
                    <a:pt x="131" y="3280"/>
                  </a:cubicBezTo>
                  <a:lnTo>
                    <a:pt x="3287" y="125"/>
                  </a:lnTo>
                  <a:cubicBezTo>
                    <a:pt x="3322" y="101"/>
                    <a:pt x="3322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5">
              <a:extLst>
                <a:ext uri="{FF2B5EF4-FFF2-40B4-BE49-F238E27FC236}">
                  <a16:creationId xmlns:a16="http://schemas.microsoft.com/office/drawing/2014/main" id="{DE068708-E440-C195-05E9-6FCDC48280FD}"/>
                </a:ext>
              </a:extLst>
            </p:cNvPr>
            <p:cNvSpPr/>
            <p:nvPr/>
          </p:nvSpPr>
          <p:spPr>
            <a:xfrm>
              <a:off x="4197052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4" y="3292"/>
                    <a:pt x="95" y="3292"/>
                  </a:cubicBezTo>
                  <a:cubicBezTo>
                    <a:pt x="107" y="3292"/>
                    <a:pt x="119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0" y="6"/>
                    <a:pt x="3260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5">
              <a:extLst>
                <a:ext uri="{FF2B5EF4-FFF2-40B4-BE49-F238E27FC236}">
                  <a16:creationId xmlns:a16="http://schemas.microsoft.com/office/drawing/2014/main" id="{F493B9CC-D080-9FE5-A6EA-925067D5EE3B}"/>
                </a:ext>
              </a:extLst>
            </p:cNvPr>
            <p:cNvSpPr/>
            <p:nvPr/>
          </p:nvSpPr>
          <p:spPr>
            <a:xfrm>
              <a:off x="4162000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3" y="3292"/>
                    <a:pt x="95" y="3292"/>
                  </a:cubicBezTo>
                  <a:cubicBezTo>
                    <a:pt x="107" y="3292"/>
                    <a:pt x="143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0" y="6"/>
                    <a:pt x="3259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5">
              <a:extLst>
                <a:ext uri="{FF2B5EF4-FFF2-40B4-BE49-F238E27FC236}">
                  <a16:creationId xmlns:a16="http://schemas.microsoft.com/office/drawing/2014/main" id="{272D6188-C142-DA19-BF8C-5735F054D8C5}"/>
                </a:ext>
              </a:extLst>
            </p:cNvPr>
            <p:cNvSpPr/>
            <p:nvPr/>
          </p:nvSpPr>
          <p:spPr>
            <a:xfrm>
              <a:off x="4127594" y="4128013"/>
              <a:ext cx="92840" cy="92336"/>
            </a:xfrm>
            <a:custGeom>
              <a:avLst/>
              <a:gdLst/>
              <a:ahLst/>
              <a:cxnLst/>
              <a:rect l="l" t="t" r="r" b="b"/>
              <a:pathLst>
                <a:path w="3311" h="3293" extrusionOk="0">
                  <a:moveTo>
                    <a:pt x="3233" y="0"/>
                  </a:moveTo>
                  <a:cubicBezTo>
                    <a:pt x="3215" y="0"/>
                    <a:pt x="3197" y="6"/>
                    <a:pt x="3180" y="18"/>
                  </a:cubicBezTo>
                  <a:lnTo>
                    <a:pt x="24" y="3173"/>
                  </a:lnTo>
                  <a:cubicBezTo>
                    <a:pt x="1" y="3209"/>
                    <a:pt x="1" y="3256"/>
                    <a:pt x="24" y="3280"/>
                  </a:cubicBezTo>
                  <a:cubicBezTo>
                    <a:pt x="36" y="3292"/>
                    <a:pt x="72" y="3292"/>
                    <a:pt x="84" y="3292"/>
                  </a:cubicBezTo>
                  <a:cubicBezTo>
                    <a:pt x="96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11" y="101"/>
                    <a:pt x="3311" y="54"/>
                    <a:pt x="3287" y="18"/>
                  </a:cubicBezTo>
                  <a:cubicBezTo>
                    <a:pt x="3269" y="6"/>
                    <a:pt x="3251" y="0"/>
                    <a:pt x="3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5E16B1D0-48AF-3481-A5DB-8B150EC819AA}"/>
                </a:ext>
              </a:extLst>
            </p:cNvPr>
            <p:cNvSpPr/>
            <p:nvPr/>
          </p:nvSpPr>
          <p:spPr>
            <a:xfrm>
              <a:off x="4092543" y="4128013"/>
              <a:ext cx="92840" cy="92336"/>
            </a:xfrm>
            <a:custGeom>
              <a:avLst/>
              <a:gdLst/>
              <a:ahLst/>
              <a:cxnLst/>
              <a:rect l="l" t="t" r="r" b="b"/>
              <a:pathLst>
                <a:path w="3311" h="3293" extrusionOk="0">
                  <a:moveTo>
                    <a:pt x="3233" y="0"/>
                  </a:moveTo>
                  <a:cubicBezTo>
                    <a:pt x="3215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1" y="3209"/>
                    <a:pt x="1" y="3256"/>
                    <a:pt x="24" y="3280"/>
                  </a:cubicBezTo>
                  <a:cubicBezTo>
                    <a:pt x="36" y="3292"/>
                    <a:pt x="72" y="3292"/>
                    <a:pt x="84" y="3292"/>
                  </a:cubicBezTo>
                  <a:cubicBezTo>
                    <a:pt x="96" y="3292"/>
                    <a:pt x="131" y="3292"/>
                    <a:pt x="131" y="3280"/>
                  </a:cubicBezTo>
                  <a:lnTo>
                    <a:pt x="3287" y="125"/>
                  </a:lnTo>
                  <a:cubicBezTo>
                    <a:pt x="3310" y="101"/>
                    <a:pt x="3310" y="54"/>
                    <a:pt x="3287" y="18"/>
                  </a:cubicBezTo>
                  <a:cubicBezTo>
                    <a:pt x="3269" y="6"/>
                    <a:pt x="3251" y="0"/>
                    <a:pt x="3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5">
              <a:extLst>
                <a:ext uri="{FF2B5EF4-FFF2-40B4-BE49-F238E27FC236}">
                  <a16:creationId xmlns:a16="http://schemas.microsoft.com/office/drawing/2014/main" id="{AB884FAB-418A-3476-A4B2-458968FE6816}"/>
                </a:ext>
              </a:extLst>
            </p:cNvPr>
            <p:cNvSpPr/>
            <p:nvPr/>
          </p:nvSpPr>
          <p:spPr>
            <a:xfrm>
              <a:off x="4057828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7" y="0"/>
                  </a:moveTo>
                  <a:cubicBezTo>
                    <a:pt x="3218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0" y="3209"/>
                    <a:pt x="0" y="3256"/>
                    <a:pt x="24" y="3280"/>
                  </a:cubicBezTo>
                  <a:cubicBezTo>
                    <a:pt x="48" y="3292"/>
                    <a:pt x="72" y="3292"/>
                    <a:pt x="84" y="3292"/>
                  </a:cubicBezTo>
                  <a:cubicBezTo>
                    <a:pt x="107" y="3292"/>
                    <a:pt x="119" y="3292"/>
                    <a:pt x="131" y="3280"/>
                  </a:cubicBezTo>
                  <a:lnTo>
                    <a:pt x="3286" y="125"/>
                  </a:lnTo>
                  <a:cubicBezTo>
                    <a:pt x="3322" y="101"/>
                    <a:pt x="3322" y="54"/>
                    <a:pt x="3286" y="18"/>
                  </a:cubicBezTo>
                  <a:cubicBezTo>
                    <a:pt x="3274" y="6"/>
                    <a:pt x="3257" y="0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5">
              <a:extLst>
                <a:ext uri="{FF2B5EF4-FFF2-40B4-BE49-F238E27FC236}">
                  <a16:creationId xmlns:a16="http://schemas.microsoft.com/office/drawing/2014/main" id="{7395C395-B580-48D6-2C9E-903EFBDAA091}"/>
                </a:ext>
              </a:extLst>
            </p:cNvPr>
            <p:cNvSpPr/>
            <p:nvPr/>
          </p:nvSpPr>
          <p:spPr>
            <a:xfrm>
              <a:off x="4022776" y="4128013"/>
              <a:ext cx="93149" cy="92336"/>
            </a:xfrm>
            <a:custGeom>
              <a:avLst/>
              <a:gdLst/>
              <a:ahLst/>
              <a:cxnLst/>
              <a:rect l="l" t="t" r="r" b="b"/>
              <a:pathLst>
                <a:path w="3322" h="3293" extrusionOk="0">
                  <a:moveTo>
                    <a:pt x="3237" y="0"/>
                  </a:moveTo>
                  <a:cubicBezTo>
                    <a:pt x="3218" y="0"/>
                    <a:pt x="3197" y="6"/>
                    <a:pt x="3179" y="18"/>
                  </a:cubicBezTo>
                  <a:lnTo>
                    <a:pt x="24" y="3173"/>
                  </a:lnTo>
                  <a:cubicBezTo>
                    <a:pt x="0" y="3209"/>
                    <a:pt x="0" y="3256"/>
                    <a:pt x="24" y="3280"/>
                  </a:cubicBezTo>
                  <a:cubicBezTo>
                    <a:pt x="48" y="3292"/>
                    <a:pt x="72" y="3292"/>
                    <a:pt x="83" y="3292"/>
                  </a:cubicBezTo>
                  <a:cubicBezTo>
                    <a:pt x="107" y="3292"/>
                    <a:pt x="131" y="3292"/>
                    <a:pt x="131" y="3280"/>
                  </a:cubicBezTo>
                  <a:lnTo>
                    <a:pt x="3286" y="125"/>
                  </a:lnTo>
                  <a:cubicBezTo>
                    <a:pt x="3322" y="101"/>
                    <a:pt x="3322" y="54"/>
                    <a:pt x="3286" y="18"/>
                  </a:cubicBezTo>
                  <a:cubicBezTo>
                    <a:pt x="3274" y="6"/>
                    <a:pt x="3256" y="0"/>
                    <a:pt x="3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5">
              <a:extLst>
                <a:ext uri="{FF2B5EF4-FFF2-40B4-BE49-F238E27FC236}">
                  <a16:creationId xmlns:a16="http://schemas.microsoft.com/office/drawing/2014/main" id="{24F93254-F8E8-3542-2E7D-38A6DBA3D09A}"/>
                </a:ext>
              </a:extLst>
            </p:cNvPr>
            <p:cNvSpPr/>
            <p:nvPr/>
          </p:nvSpPr>
          <p:spPr>
            <a:xfrm>
              <a:off x="3988033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4" y="6"/>
                    <a:pt x="3192" y="18"/>
                  </a:cubicBezTo>
                  <a:lnTo>
                    <a:pt x="37" y="3173"/>
                  </a:lnTo>
                  <a:cubicBezTo>
                    <a:pt x="1" y="3209"/>
                    <a:pt x="1" y="3256"/>
                    <a:pt x="37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20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5">
              <a:extLst>
                <a:ext uri="{FF2B5EF4-FFF2-40B4-BE49-F238E27FC236}">
                  <a16:creationId xmlns:a16="http://schemas.microsoft.com/office/drawing/2014/main" id="{0D41E68D-705E-A61A-23C4-64DC3DA2BF7F}"/>
                </a:ext>
              </a:extLst>
            </p:cNvPr>
            <p:cNvSpPr/>
            <p:nvPr/>
          </p:nvSpPr>
          <p:spPr>
            <a:xfrm>
              <a:off x="3952982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39" y="0"/>
                  </a:moveTo>
                  <a:cubicBezTo>
                    <a:pt x="3221" y="0"/>
                    <a:pt x="3203" y="6"/>
                    <a:pt x="3192" y="18"/>
                  </a:cubicBezTo>
                  <a:lnTo>
                    <a:pt x="36" y="3173"/>
                  </a:lnTo>
                  <a:cubicBezTo>
                    <a:pt x="1" y="3209"/>
                    <a:pt x="1" y="3256"/>
                    <a:pt x="36" y="3280"/>
                  </a:cubicBezTo>
                  <a:cubicBezTo>
                    <a:pt x="48" y="3292"/>
                    <a:pt x="72" y="3292"/>
                    <a:pt x="96" y="3292"/>
                  </a:cubicBezTo>
                  <a:cubicBezTo>
                    <a:pt x="108" y="3292"/>
                    <a:pt x="132" y="3292"/>
                    <a:pt x="132" y="3280"/>
                  </a:cubicBezTo>
                  <a:lnTo>
                    <a:pt x="3287" y="125"/>
                  </a:lnTo>
                  <a:cubicBezTo>
                    <a:pt x="3323" y="101"/>
                    <a:pt x="3323" y="54"/>
                    <a:pt x="3287" y="18"/>
                  </a:cubicBezTo>
                  <a:cubicBezTo>
                    <a:pt x="3275" y="6"/>
                    <a:pt x="3257" y="0"/>
                    <a:pt x="3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5">
              <a:extLst>
                <a:ext uri="{FF2B5EF4-FFF2-40B4-BE49-F238E27FC236}">
                  <a16:creationId xmlns:a16="http://schemas.microsoft.com/office/drawing/2014/main" id="{4DF9373B-8C9A-C468-01DF-8FE8285A8F5A}"/>
                </a:ext>
              </a:extLst>
            </p:cNvPr>
            <p:cNvSpPr/>
            <p:nvPr/>
          </p:nvSpPr>
          <p:spPr>
            <a:xfrm>
              <a:off x="3918267" y="4128013"/>
              <a:ext cx="93177" cy="92336"/>
            </a:xfrm>
            <a:custGeom>
              <a:avLst/>
              <a:gdLst/>
              <a:ahLst/>
              <a:cxnLst/>
              <a:rect l="l" t="t" r="r" b="b"/>
              <a:pathLst>
                <a:path w="3323" h="3293" extrusionOk="0">
                  <a:moveTo>
                    <a:pt x="3240" y="0"/>
                  </a:moveTo>
                  <a:cubicBezTo>
                    <a:pt x="3221" y="0"/>
                    <a:pt x="3203" y="6"/>
                    <a:pt x="3191" y="18"/>
                  </a:cubicBezTo>
                  <a:lnTo>
                    <a:pt x="36" y="3173"/>
                  </a:lnTo>
                  <a:cubicBezTo>
                    <a:pt x="0" y="3209"/>
                    <a:pt x="0" y="3256"/>
                    <a:pt x="36" y="3280"/>
                  </a:cubicBezTo>
                  <a:cubicBezTo>
                    <a:pt x="48" y="3292"/>
                    <a:pt x="84" y="3292"/>
                    <a:pt x="96" y="3292"/>
                  </a:cubicBezTo>
                  <a:cubicBezTo>
                    <a:pt x="108" y="3292"/>
                    <a:pt x="120" y="3292"/>
                    <a:pt x="143" y="3280"/>
                  </a:cubicBezTo>
                  <a:lnTo>
                    <a:pt x="3298" y="125"/>
                  </a:lnTo>
                  <a:cubicBezTo>
                    <a:pt x="3322" y="101"/>
                    <a:pt x="3322" y="54"/>
                    <a:pt x="3298" y="18"/>
                  </a:cubicBezTo>
                  <a:cubicBezTo>
                    <a:pt x="3281" y="6"/>
                    <a:pt x="3260" y="0"/>
                    <a:pt x="3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FEC1114-DCBF-011C-4625-904C5FD0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36" y="816525"/>
            <a:ext cx="4252172" cy="313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06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43"/>
          <p:cNvSpPr txBox="1">
            <a:spLocks noGrp="1"/>
          </p:cNvSpPr>
          <p:nvPr>
            <p:ph type="ctrTitle"/>
          </p:nvPr>
        </p:nvSpPr>
        <p:spPr>
          <a:xfrm>
            <a:off x="2918300" y="540000"/>
            <a:ext cx="3307500" cy="10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84" name="Google Shape;1584;p43"/>
          <p:cNvSpPr txBox="1">
            <a:spLocks noGrp="1"/>
          </p:cNvSpPr>
          <p:nvPr>
            <p:ph type="subTitle" idx="1"/>
          </p:nvPr>
        </p:nvSpPr>
        <p:spPr>
          <a:xfrm>
            <a:off x="2918200" y="1676300"/>
            <a:ext cx="33075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1587" name="Google Shape;1587;p43"/>
          <p:cNvGrpSpPr/>
          <p:nvPr/>
        </p:nvGrpSpPr>
        <p:grpSpPr>
          <a:xfrm rot="5400000">
            <a:off x="1215475" y="2079400"/>
            <a:ext cx="315575" cy="366750"/>
            <a:chOff x="8558925" y="4522650"/>
            <a:chExt cx="315575" cy="366750"/>
          </a:xfrm>
        </p:grpSpPr>
        <p:grpSp>
          <p:nvGrpSpPr>
            <p:cNvPr id="1588" name="Google Shape;1588;p43"/>
            <p:cNvGrpSpPr/>
            <p:nvPr/>
          </p:nvGrpSpPr>
          <p:grpSpPr>
            <a:xfrm>
              <a:off x="8558925" y="4629825"/>
              <a:ext cx="107200" cy="107175"/>
              <a:chOff x="4125350" y="1946513"/>
              <a:chExt cx="107200" cy="107175"/>
            </a:xfrm>
          </p:grpSpPr>
          <p:sp>
            <p:nvSpPr>
              <p:cNvPr id="1589" name="Google Shape;1589;p4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1" name="Google Shape;1591;p43"/>
            <p:cNvGrpSpPr/>
            <p:nvPr/>
          </p:nvGrpSpPr>
          <p:grpSpPr>
            <a:xfrm>
              <a:off x="8711325" y="4782225"/>
              <a:ext cx="107200" cy="107175"/>
              <a:chOff x="4125350" y="1946513"/>
              <a:chExt cx="107200" cy="107175"/>
            </a:xfrm>
          </p:grpSpPr>
          <p:sp>
            <p:nvSpPr>
              <p:cNvPr id="1592" name="Google Shape;1592;p4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43"/>
            <p:cNvGrpSpPr/>
            <p:nvPr/>
          </p:nvGrpSpPr>
          <p:grpSpPr>
            <a:xfrm>
              <a:off x="8767300" y="4522650"/>
              <a:ext cx="107200" cy="107175"/>
              <a:chOff x="4125350" y="1946513"/>
              <a:chExt cx="107200" cy="107175"/>
            </a:xfrm>
          </p:grpSpPr>
          <p:sp>
            <p:nvSpPr>
              <p:cNvPr id="1595" name="Google Shape;1595;p43"/>
              <p:cNvSpPr/>
              <p:nvPr/>
            </p:nvSpPr>
            <p:spPr>
              <a:xfrm>
                <a:off x="4174775" y="1946513"/>
                <a:ext cx="805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287" extrusionOk="0">
                    <a:moveTo>
                      <a:pt x="0" y="1"/>
                    </a:moveTo>
                    <a:lnTo>
                      <a:pt x="0" y="4287"/>
                    </a:lnTo>
                    <a:lnTo>
                      <a:pt x="322" y="4287"/>
                    </a:lnTo>
                    <a:lnTo>
                      <a:pt x="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43"/>
              <p:cNvSpPr/>
              <p:nvPr/>
            </p:nvSpPr>
            <p:spPr>
              <a:xfrm>
                <a:off x="4125350" y="1996213"/>
                <a:ext cx="107200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11" extrusionOk="0">
                    <a:moveTo>
                      <a:pt x="1" y="1"/>
                    </a:moveTo>
                    <a:lnTo>
                      <a:pt x="1" y="311"/>
                    </a:lnTo>
                    <a:lnTo>
                      <a:pt x="4287" y="311"/>
                    </a:lnTo>
                    <a:lnTo>
                      <a:pt x="42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97" name="Google Shape;1597;p43"/>
          <p:cNvSpPr/>
          <p:nvPr/>
        </p:nvSpPr>
        <p:spPr>
          <a:xfrm rot="5400000" flipH="1">
            <a:off x="7580068" y="1461913"/>
            <a:ext cx="112200" cy="972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8" name="Google Shape;1598;p43"/>
          <p:cNvGrpSpPr/>
          <p:nvPr/>
        </p:nvGrpSpPr>
        <p:grpSpPr>
          <a:xfrm flipH="1">
            <a:off x="8211399" y="2517893"/>
            <a:ext cx="438754" cy="772904"/>
            <a:chOff x="4950175" y="2998438"/>
            <a:chExt cx="88725" cy="156300"/>
          </a:xfrm>
        </p:grpSpPr>
        <p:sp>
          <p:nvSpPr>
            <p:cNvPr id="1599" name="Google Shape;1599;p43"/>
            <p:cNvSpPr/>
            <p:nvPr/>
          </p:nvSpPr>
          <p:spPr>
            <a:xfrm>
              <a:off x="5035000" y="315113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3"/>
            <p:cNvSpPr/>
            <p:nvPr/>
          </p:nvSpPr>
          <p:spPr>
            <a:xfrm>
              <a:off x="5035000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83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3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3"/>
            <p:cNvSpPr/>
            <p:nvPr/>
          </p:nvSpPr>
          <p:spPr>
            <a:xfrm>
              <a:off x="5035000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1"/>
                  </a:moveTo>
                  <a:cubicBezTo>
                    <a:pt x="36" y="1"/>
                    <a:pt x="0" y="37"/>
                    <a:pt x="0" y="72"/>
                  </a:cubicBezTo>
                  <a:cubicBezTo>
                    <a:pt x="0" y="120"/>
                    <a:pt x="36" y="156"/>
                    <a:pt x="72" y="156"/>
                  </a:cubicBezTo>
                  <a:cubicBezTo>
                    <a:pt x="119" y="156"/>
                    <a:pt x="155" y="120"/>
                    <a:pt x="155" y="72"/>
                  </a:cubicBezTo>
                  <a:cubicBezTo>
                    <a:pt x="155" y="37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3"/>
            <p:cNvSpPr/>
            <p:nvPr/>
          </p:nvSpPr>
          <p:spPr>
            <a:xfrm>
              <a:off x="50350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3"/>
            <p:cNvSpPr/>
            <p:nvPr/>
          </p:nvSpPr>
          <p:spPr>
            <a:xfrm>
              <a:off x="50350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36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3"/>
            <p:cNvSpPr/>
            <p:nvPr/>
          </p:nvSpPr>
          <p:spPr>
            <a:xfrm>
              <a:off x="50350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3"/>
            <p:cNvSpPr/>
            <p:nvPr/>
          </p:nvSpPr>
          <p:spPr>
            <a:xfrm>
              <a:off x="50350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36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3"/>
            <p:cNvSpPr/>
            <p:nvPr/>
          </p:nvSpPr>
          <p:spPr>
            <a:xfrm>
              <a:off x="50350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3"/>
            <p:cNvSpPr/>
            <p:nvPr/>
          </p:nvSpPr>
          <p:spPr>
            <a:xfrm>
              <a:off x="5035000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36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3"/>
            <p:cNvSpPr/>
            <p:nvPr/>
          </p:nvSpPr>
          <p:spPr>
            <a:xfrm>
              <a:off x="5035000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20"/>
                    <a:pt x="36" y="155"/>
                    <a:pt x="72" y="155"/>
                  </a:cubicBezTo>
                  <a:cubicBezTo>
                    <a:pt x="119" y="155"/>
                    <a:pt x="155" y="120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3"/>
            <p:cNvSpPr/>
            <p:nvPr/>
          </p:nvSpPr>
          <p:spPr>
            <a:xfrm>
              <a:off x="5035000" y="29984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36" y="0"/>
                    <a:pt x="0" y="36"/>
                    <a:pt x="0" y="72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2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3"/>
            <p:cNvSpPr/>
            <p:nvPr/>
          </p:nvSpPr>
          <p:spPr>
            <a:xfrm>
              <a:off x="5018025" y="31356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84" y="0"/>
                  </a:moveTo>
                  <a:cubicBezTo>
                    <a:pt x="48" y="0"/>
                    <a:pt x="1" y="36"/>
                    <a:pt x="13" y="83"/>
                  </a:cubicBezTo>
                  <a:cubicBezTo>
                    <a:pt x="13" y="119"/>
                    <a:pt x="48" y="155"/>
                    <a:pt x="84" y="155"/>
                  </a:cubicBezTo>
                  <a:cubicBezTo>
                    <a:pt x="132" y="155"/>
                    <a:pt x="155" y="119"/>
                    <a:pt x="155" y="83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3"/>
            <p:cNvSpPr/>
            <p:nvPr/>
          </p:nvSpPr>
          <p:spPr>
            <a:xfrm>
              <a:off x="5018025" y="312046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1"/>
                  </a:moveTo>
                  <a:cubicBezTo>
                    <a:pt x="48" y="1"/>
                    <a:pt x="1" y="37"/>
                    <a:pt x="13" y="72"/>
                  </a:cubicBezTo>
                  <a:cubicBezTo>
                    <a:pt x="13" y="120"/>
                    <a:pt x="48" y="156"/>
                    <a:pt x="84" y="156"/>
                  </a:cubicBezTo>
                  <a:cubicBezTo>
                    <a:pt x="132" y="156"/>
                    <a:pt x="155" y="120"/>
                    <a:pt x="155" y="72"/>
                  </a:cubicBezTo>
                  <a:cubicBezTo>
                    <a:pt x="155" y="37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3"/>
            <p:cNvSpPr/>
            <p:nvPr/>
          </p:nvSpPr>
          <p:spPr>
            <a:xfrm>
              <a:off x="5018025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3"/>
            <p:cNvSpPr/>
            <p:nvPr/>
          </p:nvSpPr>
          <p:spPr>
            <a:xfrm>
              <a:off x="50183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36" y="0"/>
                    <a:pt x="1" y="24"/>
                    <a:pt x="1" y="72"/>
                  </a:cubicBezTo>
                  <a:cubicBezTo>
                    <a:pt x="1" y="119"/>
                    <a:pt x="36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3"/>
            <p:cNvSpPr/>
            <p:nvPr/>
          </p:nvSpPr>
          <p:spPr>
            <a:xfrm>
              <a:off x="50183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36" y="0"/>
                    <a:pt x="1" y="36"/>
                    <a:pt x="1" y="84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3"/>
            <p:cNvSpPr/>
            <p:nvPr/>
          </p:nvSpPr>
          <p:spPr>
            <a:xfrm>
              <a:off x="50183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36" y="0"/>
                    <a:pt x="1" y="36"/>
                    <a:pt x="1" y="71"/>
                  </a:cubicBezTo>
                  <a:cubicBezTo>
                    <a:pt x="1" y="119"/>
                    <a:pt x="36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3"/>
            <p:cNvSpPr/>
            <p:nvPr/>
          </p:nvSpPr>
          <p:spPr>
            <a:xfrm>
              <a:off x="5018025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5"/>
                    <a:pt x="13" y="72"/>
                  </a:cubicBezTo>
                  <a:cubicBezTo>
                    <a:pt x="13" y="120"/>
                    <a:pt x="48" y="144"/>
                    <a:pt x="84" y="144"/>
                  </a:cubicBezTo>
                  <a:cubicBezTo>
                    <a:pt x="132" y="144"/>
                    <a:pt x="155" y="120"/>
                    <a:pt x="155" y="72"/>
                  </a:cubicBezTo>
                  <a:cubicBezTo>
                    <a:pt x="155" y="25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3"/>
            <p:cNvSpPr/>
            <p:nvPr/>
          </p:nvSpPr>
          <p:spPr>
            <a:xfrm>
              <a:off x="5018025" y="30290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84" y="1"/>
                  </a:moveTo>
                  <a:cubicBezTo>
                    <a:pt x="48" y="1"/>
                    <a:pt x="1" y="24"/>
                    <a:pt x="13" y="72"/>
                  </a:cubicBezTo>
                  <a:cubicBezTo>
                    <a:pt x="13" y="120"/>
                    <a:pt x="48" y="143"/>
                    <a:pt x="84" y="143"/>
                  </a:cubicBezTo>
                  <a:cubicBezTo>
                    <a:pt x="132" y="143"/>
                    <a:pt x="155" y="120"/>
                    <a:pt x="155" y="72"/>
                  </a:cubicBezTo>
                  <a:cubicBezTo>
                    <a:pt x="155" y="24"/>
                    <a:pt x="13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3"/>
            <p:cNvSpPr/>
            <p:nvPr/>
          </p:nvSpPr>
          <p:spPr>
            <a:xfrm>
              <a:off x="5018025" y="3013613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84" y="0"/>
                  </a:moveTo>
                  <a:cubicBezTo>
                    <a:pt x="48" y="0"/>
                    <a:pt x="1" y="36"/>
                    <a:pt x="13" y="84"/>
                  </a:cubicBezTo>
                  <a:cubicBezTo>
                    <a:pt x="13" y="120"/>
                    <a:pt x="48" y="155"/>
                    <a:pt x="84" y="155"/>
                  </a:cubicBezTo>
                  <a:cubicBezTo>
                    <a:pt x="132" y="155"/>
                    <a:pt x="155" y="120"/>
                    <a:pt x="155" y="84"/>
                  </a:cubicBezTo>
                  <a:cubicBezTo>
                    <a:pt x="155" y="36"/>
                    <a:pt x="132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3"/>
            <p:cNvSpPr/>
            <p:nvPr/>
          </p:nvSpPr>
          <p:spPr>
            <a:xfrm>
              <a:off x="5001350" y="3120463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1"/>
                  </a:moveTo>
                  <a:cubicBezTo>
                    <a:pt x="25" y="1"/>
                    <a:pt x="1" y="37"/>
                    <a:pt x="1" y="72"/>
                  </a:cubicBezTo>
                  <a:cubicBezTo>
                    <a:pt x="1" y="120"/>
                    <a:pt x="25" y="156"/>
                    <a:pt x="72" y="156"/>
                  </a:cubicBezTo>
                  <a:cubicBezTo>
                    <a:pt x="120" y="156"/>
                    <a:pt x="144" y="120"/>
                    <a:pt x="144" y="72"/>
                  </a:cubicBezTo>
                  <a:cubicBezTo>
                    <a:pt x="144" y="37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3"/>
            <p:cNvSpPr/>
            <p:nvPr/>
          </p:nvSpPr>
          <p:spPr>
            <a:xfrm>
              <a:off x="5001350" y="31052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3"/>
            <p:cNvSpPr/>
            <p:nvPr/>
          </p:nvSpPr>
          <p:spPr>
            <a:xfrm>
              <a:off x="5001350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5" y="0"/>
                    <a:pt x="1" y="24"/>
                    <a:pt x="1" y="72"/>
                  </a:cubicBezTo>
                  <a:cubicBezTo>
                    <a:pt x="1" y="119"/>
                    <a:pt x="25" y="143"/>
                    <a:pt x="72" y="143"/>
                  </a:cubicBezTo>
                  <a:cubicBezTo>
                    <a:pt x="120" y="143"/>
                    <a:pt x="144" y="119"/>
                    <a:pt x="144" y="72"/>
                  </a:cubicBezTo>
                  <a:cubicBezTo>
                    <a:pt x="144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3"/>
            <p:cNvSpPr/>
            <p:nvPr/>
          </p:nvSpPr>
          <p:spPr>
            <a:xfrm>
              <a:off x="5001350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5" y="0"/>
                    <a:pt x="1" y="36"/>
                    <a:pt x="1" y="84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84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3"/>
            <p:cNvSpPr/>
            <p:nvPr/>
          </p:nvSpPr>
          <p:spPr>
            <a:xfrm>
              <a:off x="5001350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5" y="0"/>
                    <a:pt x="1" y="36"/>
                    <a:pt x="1" y="71"/>
                  </a:cubicBezTo>
                  <a:cubicBezTo>
                    <a:pt x="1" y="119"/>
                    <a:pt x="25" y="155"/>
                    <a:pt x="72" y="155"/>
                  </a:cubicBezTo>
                  <a:cubicBezTo>
                    <a:pt x="120" y="155"/>
                    <a:pt x="144" y="119"/>
                    <a:pt x="144" y="71"/>
                  </a:cubicBezTo>
                  <a:cubicBezTo>
                    <a:pt x="144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3"/>
            <p:cNvSpPr/>
            <p:nvPr/>
          </p:nvSpPr>
          <p:spPr>
            <a:xfrm>
              <a:off x="5001350" y="304426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5"/>
                    <a:pt x="1" y="72"/>
                  </a:cubicBezTo>
                  <a:cubicBezTo>
                    <a:pt x="1" y="120"/>
                    <a:pt x="25" y="144"/>
                    <a:pt x="72" y="144"/>
                  </a:cubicBezTo>
                  <a:cubicBezTo>
                    <a:pt x="120" y="144"/>
                    <a:pt x="144" y="120"/>
                    <a:pt x="144" y="72"/>
                  </a:cubicBezTo>
                  <a:cubicBezTo>
                    <a:pt x="144" y="25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3"/>
            <p:cNvSpPr/>
            <p:nvPr/>
          </p:nvSpPr>
          <p:spPr>
            <a:xfrm>
              <a:off x="5001350" y="3029088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1"/>
                  </a:moveTo>
                  <a:cubicBezTo>
                    <a:pt x="25" y="1"/>
                    <a:pt x="1" y="24"/>
                    <a:pt x="1" y="72"/>
                  </a:cubicBezTo>
                  <a:cubicBezTo>
                    <a:pt x="1" y="120"/>
                    <a:pt x="25" y="143"/>
                    <a:pt x="72" y="143"/>
                  </a:cubicBezTo>
                  <a:cubicBezTo>
                    <a:pt x="120" y="143"/>
                    <a:pt x="144" y="120"/>
                    <a:pt x="144" y="72"/>
                  </a:cubicBezTo>
                  <a:cubicBezTo>
                    <a:pt x="144" y="24"/>
                    <a:pt x="12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3"/>
            <p:cNvSpPr/>
            <p:nvPr/>
          </p:nvSpPr>
          <p:spPr>
            <a:xfrm>
              <a:off x="4984100" y="3105288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4"/>
                    <a:pt x="0" y="72"/>
                  </a:cubicBezTo>
                  <a:cubicBezTo>
                    <a:pt x="0" y="120"/>
                    <a:pt x="36" y="143"/>
                    <a:pt x="72" y="143"/>
                  </a:cubicBezTo>
                  <a:cubicBezTo>
                    <a:pt x="119" y="143"/>
                    <a:pt x="155" y="120"/>
                    <a:pt x="155" y="72"/>
                  </a:cubicBezTo>
                  <a:cubicBezTo>
                    <a:pt x="155" y="24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3"/>
            <p:cNvSpPr/>
            <p:nvPr/>
          </p:nvSpPr>
          <p:spPr>
            <a:xfrm>
              <a:off x="4984100" y="309011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0"/>
                  </a:moveTo>
                  <a:cubicBezTo>
                    <a:pt x="48" y="0"/>
                    <a:pt x="0" y="24"/>
                    <a:pt x="0" y="72"/>
                  </a:cubicBezTo>
                  <a:cubicBezTo>
                    <a:pt x="0" y="119"/>
                    <a:pt x="36" y="143"/>
                    <a:pt x="72" y="143"/>
                  </a:cubicBezTo>
                  <a:cubicBezTo>
                    <a:pt x="119" y="143"/>
                    <a:pt x="155" y="119"/>
                    <a:pt x="155" y="72"/>
                  </a:cubicBezTo>
                  <a:cubicBezTo>
                    <a:pt x="155" y="24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3"/>
            <p:cNvSpPr/>
            <p:nvPr/>
          </p:nvSpPr>
          <p:spPr>
            <a:xfrm>
              <a:off x="4984100" y="3074638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72" y="0"/>
                  </a:moveTo>
                  <a:cubicBezTo>
                    <a:pt x="48" y="0"/>
                    <a:pt x="0" y="36"/>
                    <a:pt x="0" y="84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3"/>
            <p:cNvSpPr/>
            <p:nvPr/>
          </p:nvSpPr>
          <p:spPr>
            <a:xfrm>
              <a:off x="4984100" y="3059463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72" y="0"/>
                  </a:moveTo>
                  <a:cubicBezTo>
                    <a:pt x="48" y="0"/>
                    <a:pt x="0" y="36"/>
                    <a:pt x="0" y="71"/>
                  </a:cubicBezTo>
                  <a:cubicBezTo>
                    <a:pt x="0" y="119"/>
                    <a:pt x="36" y="155"/>
                    <a:pt x="72" y="155"/>
                  </a:cubicBezTo>
                  <a:cubicBezTo>
                    <a:pt x="119" y="155"/>
                    <a:pt x="155" y="119"/>
                    <a:pt x="155" y="71"/>
                  </a:cubicBezTo>
                  <a:cubicBezTo>
                    <a:pt x="155" y="36"/>
                    <a:pt x="119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3"/>
            <p:cNvSpPr/>
            <p:nvPr/>
          </p:nvSpPr>
          <p:spPr>
            <a:xfrm>
              <a:off x="4984100" y="3044263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72" y="1"/>
                  </a:moveTo>
                  <a:cubicBezTo>
                    <a:pt x="48" y="1"/>
                    <a:pt x="0" y="25"/>
                    <a:pt x="0" y="72"/>
                  </a:cubicBezTo>
                  <a:cubicBezTo>
                    <a:pt x="0" y="120"/>
                    <a:pt x="36" y="144"/>
                    <a:pt x="72" y="144"/>
                  </a:cubicBezTo>
                  <a:cubicBezTo>
                    <a:pt x="119" y="144"/>
                    <a:pt x="155" y="120"/>
                    <a:pt x="155" y="72"/>
                  </a:cubicBezTo>
                  <a:cubicBezTo>
                    <a:pt x="155" y="25"/>
                    <a:pt x="119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3"/>
            <p:cNvSpPr/>
            <p:nvPr/>
          </p:nvSpPr>
          <p:spPr>
            <a:xfrm>
              <a:off x="4967425" y="3090113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72" y="0"/>
                  </a:moveTo>
                  <a:cubicBezTo>
                    <a:pt x="24" y="0"/>
                    <a:pt x="1" y="24"/>
                    <a:pt x="1" y="72"/>
                  </a:cubicBezTo>
                  <a:cubicBezTo>
                    <a:pt x="1" y="119"/>
                    <a:pt x="24" y="143"/>
                    <a:pt x="72" y="143"/>
                  </a:cubicBezTo>
                  <a:cubicBezTo>
                    <a:pt x="120" y="143"/>
                    <a:pt x="143" y="119"/>
                    <a:pt x="143" y="72"/>
                  </a:cubicBezTo>
                  <a:cubicBezTo>
                    <a:pt x="143" y="24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3"/>
            <p:cNvSpPr/>
            <p:nvPr/>
          </p:nvSpPr>
          <p:spPr>
            <a:xfrm>
              <a:off x="4967425" y="3074638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72" y="0"/>
                  </a:moveTo>
                  <a:cubicBezTo>
                    <a:pt x="24" y="0"/>
                    <a:pt x="1" y="36"/>
                    <a:pt x="1" y="84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84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3"/>
            <p:cNvSpPr/>
            <p:nvPr/>
          </p:nvSpPr>
          <p:spPr>
            <a:xfrm>
              <a:off x="4967425" y="3059463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72" y="0"/>
                  </a:moveTo>
                  <a:cubicBezTo>
                    <a:pt x="24" y="0"/>
                    <a:pt x="1" y="36"/>
                    <a:pt x="1" y="71"/>
                  </a:cubicBezTo>
                  <a:cubicBezTo>
                    <a:pt x="1" y="119"/>
                    <a:pt x="24" y="155"/>
                    <a:pt x="72" y="155"/>
                  </a:cubicBezTo>
                  <a:cubicBezTo>
                    <a:pt x="120" y="155"/>
                    <a:pt x="143" y="119"/>
                    <a:pt x="143" y="71"/>
                  </a:cubicBezTo>
                  <a:cubicBezTo>
                    <a:pt x="143" y="36"/>
                    <a:pt x="12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3"/>
            <p:cNvSpPr/>
            <p:nvPr/>
          </p:nvSpPr>
          <p:spPr>
            <a:xfrm>
              <a:off x="4950175" y="3074638"/>
              <a:ext cx="3875" cy="3900"/>
            </a:xfrm>
            <a:custGeom>
              <a:avLst/>
              <a:gdLst/>
              <a:ahLst/>
              <a:cxnLst/>
              <a:rect l="l" t="t" r="r" b="b"/>
              <a:pathLst>
                <a:path w="155" h="156" extrusionOk="0">
                  <a:moveTo>
                    <a:pt x="83" y="0"/>
                  </a:moveTo>
                  <a:cubicBezTo>
                    <a:pt x="36" y="0"/>
                    <a:pt x="0" y="36"/>
                    <a:pt x="0" y="84"/>
                  </a:cubicBezTo>
                  <a:cubicBezTo>
                    <a:pt x="0" y="119"/>
                    <a:pt x="36" y="155"/>
                    <a:pt x="83" y="155"/>
                  </a:cubicBezTo>
                  <a:cubicBezTo>
                    <a:pt x="119" y="155"/>
                    <a:pt x="155" y="119"/>
                    <a:pt x="155" y="84"/>
                  </a:cubicBezTo>
                  <a:cubicBezTo>
                    <a:pt x="155" y="36"/>
                    <a:pt x="11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D7474B8-FBEE-CAE6-2AD0-384541521681}"/>
              </a:ext>
            </a:extLst>
          </p:cNvPr>
          <p:cNvSpPr/>
          <p:nvPr/>
        </p:nvSpPr>
        <p:spPr>
          <a:xfrm>
            <a:off x="1726826" y="3555595"/>
            <a:ext cx="5904883" cy="565608"/>
          </a:xfrm>
          <a:prstGeom prst="rect">
            <a:avLst/>
          </a:prstGeom>
          <a:solidFill>
            <a:srgbClr val="1E00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ware Developer Engineer Job Description by Slidesgo">
  <a:themeElements>
    <a:clrScheme name="Simple Light">
      <a:dk1>
        <a:srgbClr val="FFFFFF"/>
      </a:dk1>
      <a:lt1>
        <a:srgbClr val="FF5E8E"/>
      </a:lt1>
      <a:dk2>
        <a:srgbClr val="1E003F"/>
      </a:dk2>
      <a:lt2>
        <a:srgbClr val="A64D7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236</Words>
  <Application>Microsoft Office PowerPoint</Application>
  <PresentationFormat>On-screen Show (16:9)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Barlow</vt:lpstr>
      <vt:lpstr>Barlow Condensed</vt:lpstr>
      <vt:lpstr>Arial</vt:lpstr>
      <vt:lpstr>Barlow Condensed SemiBold</vt:lpstr>
      <vt:lpstr>Montserrat</vt:lpstr>
      <vt:lpstr>Software Developer Engineer Job Description by Slidesgo</vt:lpstr>
      <vt:lpstr>GIT PUSH FORCE  Group Expense Tracking Platform</vt:lpstr>
      <vt:lpstr>ABOUT THE PROJECT </vt:lpstr>
      <vt:lpstr>TEAM MEMBERS</vt:lpstr>
      <vt:lpstr>PROJECT VISION &amp; OBJECTIVES</vt:lpstr>
      <vt:lpstr>DEVELOPMENT BREAKDOWN</vt:lpstr>
      <vt:lpstr>EXECUTION METRICS</vt:lpstr>
      <vt:lpstr>AGILE EXECUTION</vt:lpstr>
      <vt:lpstr>FRONTEND</vt:lpstr>
      <vt:lpstr>GROUND LEVEL  DATA ARCHITECTURE</vt:lpstr>
      <vt:lpstr>SKYLINE CLOUD INFRASTRUCTURE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Mihi Blu</dc:creator>
  <cp:lastModifiedBy>Mihi Blu</cp:lastModifiedBy>
  <cp:revision>2</cp:revision>
  <dcterms:modified xsi:type="dcterms:W3CDTF">2026-01-17T00:18:08Z</dcterms:modified>
</cp:coreProperties>
</file>